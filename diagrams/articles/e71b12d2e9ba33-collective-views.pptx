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views of each collective (4 ranks, logical)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34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 ends up with whose data. Ring and other algorithms relay and reduce on the way.  "1:2" = chunk 2 of rank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8763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What R0 sends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750" y="8763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What R0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0" y="8763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 each rank owes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9575" y="11430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875" y="11811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AllGather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5240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1250" y="14668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2500" y="12192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62250" y="13430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12287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15049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62250" y="15906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9000" y="15144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500" y="17907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62250" y="15906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29000" y="18002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0" y="14668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0" y="12192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72250" y="13430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39000" y="12287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0" y="15049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72250" y="15906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39000" y="15144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250" y="17907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572250" y="15906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39000" y="18002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0650" y="14668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keeps all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6500" y="13906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9575" y="2133600"/>
            <a:ext cx="1137285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875" y="21717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ReduceScatter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875" y="25146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scatter + reduce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1250" y="24574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22098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762250" y="23336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429000" y="22193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2500" y="24955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62250" y="25812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429000" y="25050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2500" y="27813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762250" y="25812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429000" y="27908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72500" y="24574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1250" y="22098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72250" y="23336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239000" y="22193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1250" y="24955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572250" y="25812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239000" y="25050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7813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6572250" y="25812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239000" y="27908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0650" y="24574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reduces chunk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96500" y="23812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9575" y="31242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3875" y="31623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AllReduce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875" y="35052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RS then 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81250" y="3352800"/>
            <a:ext cx="6667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ReduceScatter, then AllGather of the reduced chunks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96500" y="33718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(N-1) C, 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9575" y="4114800"/>
            <a:ext cx="1137285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875" y="41529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All-to-All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875" y="44958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scatter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81250" y="44386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62500" y="41910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2762250" y="43148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429000" y="42005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62500" y="44767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762250" y="45624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429000" y="44862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62500" y="47625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762250" y="45624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429000" y="47720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72500" y="44386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91250" y="41910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572250" y="43148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239000" y="42005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91250" y="44767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6572250" y="45624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239000" y="44862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91250" y="47625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6572250" y="45624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239000" y="47720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10650" y="44386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places chunk 0s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96500" y="43624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9575" y="51054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3875" y="51435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Permute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875" y="54864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8125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6250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762250" y="5553075"/>
            <a:ext cx="20002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3429000" y="54387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0:*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7250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9125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572250" y="5553075"/>
            <a:ext cx="2000250" cy="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7239000" y="54387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10650" y="54292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takes 3's data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96500" y="53530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whole tensor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