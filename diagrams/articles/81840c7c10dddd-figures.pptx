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593843-4CBC-A712-CB2B-B4F878BE3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B6776E-568F-A5A4-981B-E30628F872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 txBox="1"/>
          <p:nvPr userDrawn="1"/>
        </p:nvSpPr>
        <p:spPr>
          <a:xfrm>
            <a:off x="504476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361C3B-4A14-5F26-5768-6B75326001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90CE6C0-286E-8D46-B5B9-E759E6B1D45B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ED083E87-FD63-B7E6-B661-8B9B1092A3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DDC33219-B0A1-E531-C83D-8E72AE56E00E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7FF9CF2E-62E0-A545-84DA-B9AC00F7E3E6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B5C98E-29D0-7549-A4E6-151AFAD54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8A9BD07-537C-5F4E-B886-4920D3A7A675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72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37A45-3492-46BC-9D48-C3D4051171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237F78-6104-4004-2FA4-4DC0815B72C9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8B8775CC-9149-104F-A0AA-1D28516DB30A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3CB21609-CF88-DC48-B710-DBB231966AD5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415A2B24-26B8-4648-9042-50A206C571EE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BE3A9B1B-86FC-BA41-88F8-1EFDC287C6BE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6" y="62007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046E6-CE12-7F6E-8811-7DF794DE7D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fld id="{274A0F19-4DC1-C244-AC72-E67047F3631D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20935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B369C-4812-6B2A-CCF0-6346B4600A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B9EFE0-8E44-C90C-B937-EC90601AF0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91574-CEFD-26D9-588F-1C0FFBCDA2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686" y="5616413"/>
            <a:ext cx="979714" cy="5861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8C7E34-CF30-2AED-4C9C-32CE310B5A51}"/>
              </a:ext>
            </a:extLst>
          </p:cNvPr>
          <p:cNvSpPr txBox="1"/>
          <p:nvPr userDrawn="1"/>
        </p:nvSpPr>
        <p:spPr>
          <a:xfrm>
            <a:off x="527767" y="6017899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74A381-7875-51BF-E8F6-ADD8CD0BFC4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83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6D05899-77E5-196B-EA14-086F9A5A5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fld id="{01BAFFE3-0C81-0048-9276-DC89C07D235C}" type="datetime1">
              <a:rPr lang="ja-JP" altLang="en-US" smtClean="0"/>
              <a:t>2026/6/30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22683EA-DD71-1EA1-728E-AE69D57D6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3C312-F607-20F9-BC64-57A8B6A590DF}"/>
              </a:ext>
            </a:extLst>
          </p:cNvPr>
          <p:cNvSpPr txBox="1"/>
          <p:nvPr userDrawn="1"/>
        </p:nvSpPr>
        <p:spPr>
          <a:xfrm>
            <a:off x="1141084" y="6389813"/>
            <a:ext cx="26212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8D85736-6993-1303-CAA9-192E54A5B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3838" y="62103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2"/>
                </a:solidFill>
                <a:latin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Three interfaces you implement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you write it.  Blue: NxD Inference does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0668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You 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0" y="1066800"/>
            <a:ext cx="41624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NxD Inference does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1409700"/>
            <a:ext cx="2857500" cy="7810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875" y="1466850"/>
            <a:ext cx="2667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NeuronApplicationBase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5" y="180975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04950"/>
            <a:ext cx="4000500" cy="590550"/>
          </a:xfrm>
          <a:prstGeom prst="roundRect">
            <a:avLst>
              <a:gd name="adj" fmla="val 2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forward, get_state_dict, config 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0" y="1504950"/>
            <a:ext cx="4162425" cy="5905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compile, load, load_weights, TP sharding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575" y="2362200"/>
            <a:ext cx="2857500" cy="7810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875" y="2419350"/>
            <a:ext cx="2667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ModelWrapper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5" y="276225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Input shapes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457450"/>
            <a:ext cx="4000500" cy="590550"/>
          </a:xfrm>
          <a:prstGeom prst="roundRect">
            <a:avLst>
              <a:gd name="adj" fmla="val 2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input_generator, get_model_instance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0" y="2457450"/>
            <a:ext cx="4162425" cy="5905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buckets, compile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575" y="3314700"/>
            <a:ext cx="2857500" cy="78105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875" y="3371850"/>
            <a:ext cx="2667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BaseModelInstance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" y="371475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Module + aliases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409950"/>
            <a:ext cx="4000500" cy="590550"/>
          </a:xfrm>
          <a:prstGeom prst="roundRect">
            <a:avLst>
              <a:gd name="adj" fmla="val 2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load_module, get (aliases)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0" y="3409950"/>
            <a:ext cx="4162425" cy="5905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trace with aliases, KV write-back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575" y="4343400"/>
            <a:ext cx="28575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nn.Module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NeuronGPTTransformer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38325" y="4095750"/>
            <a:ext cx="0" cy="2476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29000" y="4343400"/>
            <a:ext cx="8353425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KV cache: nn.Parameter  +  torch.scatter  +  output tuple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9575" y="5257800"/>
            <a:ext cx="11372850" cy="4953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Coordinator (plain class): prefill_app + decode_app, copies KV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 once, load and fill weights every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NxD Inference.  Green: you write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333500"/>
            <a:ext cx="266700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203835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trace with sample inputs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from input_generator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2647950"/>
            <a:ext cx="2667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once per configuration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76575" y="1638300"/>
            <a:ext cx="2381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14700" y="1333500"/>
            <a:ext cx="266700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03835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the compiled model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into traced_model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4700" y="2647950"/>
            <a:ext cx="2667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every start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1700" y="1638300"/>
            <a:ext cx="2381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9825" y="1333500"/>
            <a:ext cx="266700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load_weights()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9825" y="203835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shard and inject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real weights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9825" y="2647950"/>
            <a:ext cx="2667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every start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86825" y="1638300"/>
            <a:ext cx="2381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24950" y="1333500"/>
            <a:ext cx="2667000" cy="6096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4950" y="203835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run; KV is written back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by aliases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4950" y="2647950"/>
            <a:ext cx="2667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every 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3238500"/>
            <a:ext cx="11372850" cy="2190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075" y="333375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get_state_dict() (you write it) in two phases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575" y="3810000"/>
            <a:ext cx="40005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during compile()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checkpoint path empty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575" y="4629150"/>
            <a:ext cx="4000500" cy="6096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placeholder weights (shapes only)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1250" y="3810000"/>
            <a:ext cx="40005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during load_weights()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path set by the coordinator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250" y="4629150"/>
            <a:ext cx="400050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real weights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90825" y="4476750"/>
            <a:ext cx="0" cy="1524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191500" y="4476750"/>
            <a:ext cx="0" cy="1524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287000" y="3810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never include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cache_k / cache_v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Two ways to split prefill and decode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input shape per ModelWrapper (no buckets)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A. One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1371600"/>
            <a:ext cx="5448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e.g. Whisper decoder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695450"/>
            <a:ext cx="54483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4125" y="106680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B. Two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1371600"/>
            <a:ext cx="5448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XTTS v2 GPT in this series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4125" y="1695450"/>
            <a:ext cx="54483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5325" y="1905000"/>
            <a:ext cx="48768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5325" y="257175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ModelWrapper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 [B, S, D]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6125" y="257175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ModelWrapper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 [B, 1, D]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5325" y="3333750"/>
            <a:ext cx="48768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nn.Module, shared KV cache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5325" y="4095750"/>
            <a:ext cx="48768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KV copy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19875" y="1905000"/>
            <a:ext cx="22860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 Application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0675" y="1905000"/>
            <a:ext cx="22860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 Application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19875" y="257175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ModelWrapper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[B, 1081, 1024]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10675" y="257175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ModelWrapper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[B, 1, 1024]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19875" y="333375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cache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10675" y="333375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cache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05875" y="3600450"/>
            <a:ext cx="304800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619875" y="4095750"/>
            <a:ext cx="487680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copy KV via CPU (.state) after prefill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9575" y="4991100"/>
            <a:ext cx="5448300" cy="381000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relies on the order of self.models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34125" y="4991100"/>
            <a:ext cx="5448300" cy="381000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named Applications; KV transfer is explicit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