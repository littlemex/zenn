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90CE6C0-286E-8D46-B5B9-E759E6B1D45B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ED083E87-FD63-B7E6-B661-8B9B1092A3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DDC33219-B0A1-E531-C83D-8E72AE56E00E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FF9CF2E-62E0-A545-84DA-B9AC00F7E3E6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8A9BD07-537C-5F4E-B886-4920D3A7A67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B8775CC-9149-104F-A0AA-1D28516DB30A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CB21609-CF88-DC48-B710-DBB231966AD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15A2B24-26B8-4648-9042-50A206C571E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E3A9B1B-86FC-BA41-88F8-1EFDC287C6B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74A0F19-4DC1-C244-AC72-E67047F3631D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9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01BAFFE3-0C81-0048-9276-DC89C07D235C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D85736-6993-1303-CAA9-192E54A5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XTTS v2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Two models in a row: GPT makes latents, HifiDecoder makes the waveform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524000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Reference audio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3619500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4125" y="15240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speaker features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524250" y="1066800"/>
            <a:ext cx="0" cy="457200"/>
          </a:xfrm>
          <a:prstGeom prst="line">
            <a:avLst/>
          </a:prstGeom>
          <a:ln w="19050">
            <a:solidFill>
              <a:srgbClr val="9696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24250" y="1066800"/>
            <a:ext cx="7429500" cy="0"/>
          </a:xfrm>
          <a:prstGeom prst="line">
            <a:avLst/>
          </a:prstGeom>
          <a:ln w="19050">
            <a:solidFill>
              <a:srgbClr val="9696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53750" y="1066800"/>
            <a:ext cx="0" cy="20764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0" y="11049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speaker embedding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4125" y="36195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 tokens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24075" y="1809750"/>
            <a:ext cx="4000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24075" y="3905250"/>
            <a:ext cx="4000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53000" y="1238250"/>
            <a:ext cx="3810000" cy="3238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3000" y="12954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GPT  (396M params)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8750" y="1752600"/>
            <a:ext cx="323850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generate()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audio code at a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8750" y="3143250"/>
            <a:ext cx="323850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forward()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 codes -&gt; latents at once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2800350"/>
            <a:ext cx="0" cy="3429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53250" y="283845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audio codes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24375" y="1809750"/>
            <a:ext cx="714375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524375" y="2381250"/>
            <a:ext cx="714375" cy="1524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524375" y="3667125"/>
            <a:ext cx="714375" cy="3143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24375" y="1943100"/>
            <a:ext cx="714375" cy="15335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91625" y="3143250"/>
            <a:ext cx="257175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HifiDecoder  (12M)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latents -&gt; waveform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77250" y="3667125"/>
            <a:ext cx="714375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29625" y="3286125"/>
            <a:ext cx="857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latents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7875" y="4762500"/>
            <a:ext cx="16192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kHz audio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477500" y="4191000"/>
            <a:ext cx="0" cy="571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56769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CPU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8750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24025" y="56769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NeuronCores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nn.Module: weights + forward()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Calling a module runs its forward(). Modules nest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6667500" cy="44767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254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3335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  (Xtts, nn.Module)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1809750"/>
            <a:ext cx="6096000" cy="190500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825" y="18669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model.gpt  (GPT, nn.Module)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1075" y="22860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(parameters)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38575" y="22860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forward(inputs)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4000500"/>
            <a:ext cx="6096000" cy="142875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825" y="40576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model.hifigan_decoder  (HifiDecoder, nn.Module)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075" y="4476750"/>
            <a:ext cx="2476500" cy="762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8575" y="447675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forward(latents)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0500" y="2286000"/>
            <a:ext cx="39052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model.gpt(...)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505575" y="2619375"/>
            <a:ext cx="1304925" cy="238125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0500" y="3048000"/>
            <a:ext cx="3905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runs  model.gpt.forward(...)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torch_neuronx.trace(): run once, record, compile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compiled model only accepts the shapes it was traced with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619250"/>
            <a:ext cx="2095500" cy="1143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nn.Module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example inputs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[1, 50]  [1, 128]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05075" y="219075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81325" y="1619250"/>
            <a:ext cx="209550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record the ops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that ran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6825" y="219075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53075" y="1619250"/>
            <a:ext cx="209550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neuronx-cc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48575" y="219075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24825" y="1619250"/>
            <a:ext cx="36195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compiled module (NEFF inside)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fixed shapes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4825" y="3429000"/>
            <a:ext cx="3619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[1, 50]  [1, 128]   -&gt; 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4825" y="4286250"/>
            <a:ext cx="3619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[1, 38]   -&gt;  shape error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34575" y="2762250"/>
            <a:ext cx="0" cy="66675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575" y="3429000"/>
            <a:ext cx="72390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if / for: the example's path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Fit real lengths into the fixed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Pad to the bucket, run, then cut the output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42875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audio 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81250" y="1428750"/>
            <a:ext cx="7334250" cy="47625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110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228600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1250" y="2286000"/>
            <a:ext cx="7334250" cy="47625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110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15500" y="2286000"/>
            <a:ext cx="1200150" cy="4762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pad to 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314325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81250" y="3143250"/>
            <a:ext cx="8534400" cy="476250"/>
          </a:xfrm>
          <a:prstGeom prst="roundRect">
            <a:avLst>
              <a:gd name="adj" fmla="val 5000"/>
            </a:avLst>
          </a:prstGeom>
          <a:solidFill>
            <a:srgbClr val="124022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latents  [1, 128, 1024]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400050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after trim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81250" y="4000500"/>
            <a:ext cx="7267575" cy="476250"/>
          </a:xfrm>
          <a:prstGeom prst="roundRect">
            <a:avLst>
              <a:gd name="adj" fmla="val 5000"/>
            </a:avLst>
          </a:prstGeom>
          <a:solidFill>
            <a:srgbClr val="124022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first 110 kept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48450" y="190500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48450" y="2762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48450" y="361950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81250" y="5048250"/>
            <a:ext cx="85725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 example:  wav_lengths  =  128  x  1024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Swap where model.gpt.forward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Coqui TTS code stays unchanged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Coqui inference()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calls  self.gpt(...)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38575" y="1809750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10075" y="142875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  (replaced)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267575" y="1428750"/>
            <a:ext cx="666750" cy="3810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67575" y="1809750"/>
            <a:ext cx="666750" cy="10477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34325" y="1047750"/>
            <a:ext cx="3810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forward_neuron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compiled 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34325" y="2476500"/>
            <a:ext cx="381000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forward_original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class's own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7575" y="10668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if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4325" y="19431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pad -&gt; run -&gt; trim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7575" y="314325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575" y="4000500"/>
            <a:ext cx="11334750" cy="1428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075" y="40576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Before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325" y="4476750"/>
            <a:ext cx="49530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  -&gt;  forward_original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return_latent=True fixed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48325" y="4857750"/>
            <a:ext cx="6667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15075" y="447675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trace(model.gpt, 5 tensors)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567690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CPU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8750" y="57150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24025" y="56769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NeuronCores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one trace to NxD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What this article does by hand, and who takes it 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114300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This article  (torch_neuronx.trace)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4750" y="114300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NxD Inference  (maintenance mode)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152400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Compiled part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7500" y="15240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GPT.forward() only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8500" y="19526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24750" y="15240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decoder, every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259080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7500" y="25908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generate() on CPU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8500" y="30194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24750" y="25908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on Neuron with a KV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365760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7500" y="36576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bucket, pad + trim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8500" y="40862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24750" y="36576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buckets by length + 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4724400"/>
            <a:ext cx="228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Your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7500" y="47244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 swap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8500" y="51530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24750" y="4724400"/>
            <a:ext cx="4191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BaseModelInstance, ModelWrapper,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NeuronApplicationBase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