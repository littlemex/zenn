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  <p:sldId id="265" r:id="rId3"/>
    <p:sldId id="266" r:id="rId2"/>
    <p:sldId id="267" r:id="rId20"/>
    <p:sldId id="268" r:id="rId21"/>
    <p:sldId id="269" r:id="rId22"/>
    <p:sldId id="270" r:id="rId23"/>
    <p:sldId id="27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stays as is; the model plugs into the plugin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vLLM.  Blue: Neuron plugin.  Green: you write it (nemotron_h)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OpenAI API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block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200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scheduler: prefill and decode apart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200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ModelRunner: graphs to NEFF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0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cache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nemotron_h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482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 contract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482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pool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482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NKI kernels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7175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24800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09575" y="4476750"/>
            <a:ext cx="11372850" cy="5334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change outside nemotron_h: 2 lines in registry.py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Five methods the ModelRunner calls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you write it.  Blue: the plugin does the 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2476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1028700"/>
            <a:ext cx="4191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 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028700"/>
            <a:ext cx="43529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Plugin does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3335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from_configs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0" y="13716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HF config and max_num_seqs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29500" y="13716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the model, one graph per bucket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0383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load_weights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8000" y="20764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sharding, experts stored per expert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29500" y="20764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checkpoint shards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575" y="27432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get_kv_spec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48000" y="27813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declare the 6 attention layers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27813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size the KV blocks from free memory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4480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bind_kv_cache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0" y="34861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attach KV to the attention layers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4861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allocate the KV cache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41529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48000" y="41910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dispatch each layer by its type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41910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trace and run every step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is not KV: it lives in a model-side pool, one row per request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52 layers: Mamba2 and MoE rewritten for Trainium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Mamba2.  Yellow: MoE.  Blue: attention.  Every rewrite is pinned by a CPU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28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699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570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441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311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2182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053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924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95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9666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537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407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5278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149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9020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0891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762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633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6503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8374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245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2116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39874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5858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7729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0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1470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3341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5212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7083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8954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0825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6961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4566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437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8308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0179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2050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3921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5792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663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9533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1404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3275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25146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47017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8888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0759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12629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34500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56371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957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x 23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0957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sequential scan does not compile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128-token chunks as matmuls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0957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carried across segments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0957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 masked out of the state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7200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x 23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0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 experts, top-6 + 1 shared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67200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max and compare only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67200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data-dependent gather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0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reads 6 experts only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2482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x 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2482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rotary position embedding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2482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layers with KV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12482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GQA, 32 query / 2 KV heads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2482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existing plugin kernels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Decode: 72.5 ms to 9.0 ms per 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request, TP=4 on one Trainium2 chip.  Grey: start.  Green: helped.  Dim: no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104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start: all 128 experts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181100"/>
            <a:ext cx="5334000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58250" y="1104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72.5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575" y="1771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only the 6 experts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47850"/>
            <a:ext cx="103001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4264" y="1771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14.0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9639" y="1771650"/>
            <a:ext cx="613278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topk, then index the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" y="24384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without KV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14600"/>
            <a:ext cx="941727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5977" y="24384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12.8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1352" y="2438400"/>
            <a:ext cx="6221073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GQA, graphs per context length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31051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MoE decode NKI kernel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181350"/>
            <a:ext cx="927012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1262" y="31051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12.6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6637" y="3105150"/>
            <a:ext cx="623578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almost no 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575" y="3771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NKI kernel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848100"/>
            <a:ext cx="73572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9974" y="3771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10.0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349" y="3771900"/>
            <a:ext cx="642707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conv + SSM + norm in one kernel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438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NKI kernel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514850"/>
            <a:ext cx="662152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86402" y="4438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9.0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1777" y="4438650"/>
            <a:ext cx="650064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projections: x fixed, weights streamed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" y="525780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With concurrent requests supported, the final build decodes one request in 9.2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Four NKI kernels: split work over 2 cores, batch the DMAs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kernel.  Each splits across the 2 physical cores of a logical core with no exchange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 requests in one DMA per tile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1250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1250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250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exponents from clamped differences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intermediate axis split in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9575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 fetched by index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0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250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output columns split in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250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stationary, weights streamed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Prefill: about 800 to 2,600 tokens/s with the SSD kernel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Concurrent requests: find the state row by the first KV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decode batch from the plugin.  Green: state pool in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decode batch: rows reorder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1042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state pool: 2N + 1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390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7825" y="1390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B, first block 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2152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7825" y="2152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A, first block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14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7825" y="2914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10425" y="13906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8675" y="13906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7: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0425" y="20764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48675" y="20764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41: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10425" y="27622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48675" y="27622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10425" y="34480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48675" y="34480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scratch for padding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81575" y="1685925"/>
            <a:ext cx="2228850" cy="666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981575" y="1666875"/>
            <a:ext cx="2228850" cy="7810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1575" y="3209925"/>
            <a:ext cx="2228850" cy="5143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09575" y="43053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Lookup uses only compares and max: one compiled graph serves every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575" y="4914900"/>
            <a:ext cx="113728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8 concurrent requests: 216 tokens/s in total (one request alone: 91 to 94).  A request's output is identical whatever shares its batch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kernel: every request in one tile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device memory (HBM).  Green: on-chip tile.  Yellow: what makes it fast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23950"/>
            <a:ext cx="2857500" cy="838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inputs of all requests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xBC, gate, dt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2114550"/>
            <a:ext cx="2857500" cy="838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SSM state per request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heads x 64 x 128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67075" y="15430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67075" y="1219200"/>
            <a:ext cx="476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 DMA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3325" y="1028700"/>
            <a:ext cx="4000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tile: 128 channels x 8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007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965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922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80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837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795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752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710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3325" y="150495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head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007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1965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2922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880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4837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795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6752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7710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3325" y="182880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441007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1965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2922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3880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4837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5795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6752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7710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43325" y="215265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head 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1007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1965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22922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3880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4837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5795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6752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7710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3325" y="247650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41007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965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2922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3880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4837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5795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6752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710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43325" y="2819400"/>
            <a:ext cx="4000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64 rows per head, two heads per tile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29575" y="112395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  conv over 4 tokens + SiLU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9575" y="160020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  per-head dt and decay, spread by 1 matmul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29575" y="207645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  state = state x decay + dt x B x  (per request)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29575" y="255270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 y = state . C + D x, gated norm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3352800"/>
            <a:ext cx="5572125" cy="5905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SSM group 0 (8 heads)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0300" y="3352800"/>
            <a:ext cx="5572125" cy="5905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SSM group 1 (8 heads)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9575" y="4000500"/>
            <a:ext cx="11372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group shares its B and C, so the two cores never exchange data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09575" y="4438650"/>
            <a:ext cx="5572125" cy="6096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before: a loop over requests,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small DMAs per head value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10300" y="4438650"/>
            <a:ext cx="5572125" cy="6096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after: one DMA per tile for all requests,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per-head values by one matmul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8 requests: the Mamba2 part of a decode step 9.0 ms -&gt; 3.0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 kernel: 128-token chunks, state handed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work inside a chunk (matmuls).  Blue: state carried to the next chunk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0-127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908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527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70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128-255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483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102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45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256-383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58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4677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20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384-511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575" y="1809750"/>
            <a:ext cx="4953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inside one chunk: token j feeds token i only if j &lt;= 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0075" y="2114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39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477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16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54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193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431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670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075" y="2400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925" y="2400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477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16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954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193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31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670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007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392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4777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16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9547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93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4317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670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007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392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24777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7162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9547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1932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4317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6702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00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392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477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7162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954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932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4317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6702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00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39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477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716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954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193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543175" y="3543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7025" y="3543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00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39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77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5716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8954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2193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431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67025" y="3829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00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2477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716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954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2193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5431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670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0075" y="4438650"/>
            <a:ext cx="25908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source token 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38500" y="2114550"/>
            <a:ext cx="20955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weight =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C_i . B_j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decay(j to i)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dt_j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715000" y="211455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 inside the chunk = one matmul over the triangle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715000" y="278130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contribution of the state carried in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715000" y="344805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out = decayed state in + this chunk's inputs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715000" y="4114800"/>
            <a:ext cx="6067425" cy="5334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SSM group per core, as in decode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09575" y="4819650"/>
            <a:ext cx="11372850" cy="609600"/>
          </a:xfrm>
          <a:prstGeom prst="roundRect">
            <a:avLst>
              <a:gd name="adj" fmla="val 2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decay = exp(sum of A x dt from j to i) &lt;= 1.  In the other triangle the exponent is clamped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 0 before exp and the result masked, so long chunks never overflow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 kernel: fetch only the 6 chosen experts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device memory (HBM).  Green: on-chip work.  Yellow: what decode pays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31432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128 experts in HBM</a:t>
            </a:r>
          </a:p>
        </p:txBody>
      </p:sp>
      <p:sp>
        <p:nvSpPr>
          <p:cNvPr id="5" name="Rectangle 4"/>
          <p:cNvSpPr/>
          <p:nvPr/>
        </p:nvSpPr>
        <p:spPr>
          <a:xfrm>
            <a:off x="409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0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0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1075" y="13335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52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43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33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24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4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05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5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86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76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67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9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0075" y="15621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1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1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2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52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43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33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24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14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05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5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6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76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67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9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0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1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1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62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552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43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3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24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14575" y="17907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05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95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6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076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67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0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0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1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71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62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52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743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933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24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314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505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95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86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76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67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9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0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90575" y="22479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81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71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362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52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43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933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24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314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505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95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886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76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267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9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00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90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81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71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62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552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743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933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124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314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505075" y="24765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95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886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076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267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09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0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90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1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71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62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52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743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933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24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314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505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95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86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076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67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09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0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90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981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171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2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552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743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933575" y="29337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124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314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505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95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886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076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267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09575" y="3238500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top-6 expert numbers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3457575" y="2438400"/>
            <a:ext cx="666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3457575" y="1905000"/>
            <a:ext cx="666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fetch by</a:t>
            </a:r>
          </a:p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124325" y="11239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 each chosen expert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15075" y="11239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 its up and down weights (indirect DMA)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124325" y="20002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up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15075" y="20002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 = relu(x . up)^2 x router weight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124325" y="28765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down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315075" y="28765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 += h . down  (summed on chip)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124325" y="3810000"/>
            <a:ext cx="37623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first half of each expert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020050" y="3810000"/>
            <a:ext cx="37623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second half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124325" y="4362450"/>
            <a:ext cx="76581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two halves of the intermediate axis; their partial sums are added afterwards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09575" y="4762500"/>
            <a:ext cx="11372850" cy="609600"/>
          </a:xfrm>
          <a:prstGeom prst="roundRect">
            <a:avLst>
              <a:gd name="adj" fmla="val 2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5 MB per expert on each TP rank: reading 6 instead of 128 experts took decode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 72.5 ms to 14 ms; the kernel itself added little (12.8 -&gt; 12.6 ms)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kernel: x stays put, W streams 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 = x . W for 1 to 8 tokens.  Green: kept in the compute array.  Blue: streamed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23825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1-8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243840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loaded once</a:t>
            </a:r>
          </a:p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per 128 rows of 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71825" y="1028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W: hidden x output columns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718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909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101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292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1825" y="3486150"/>
            <a:ext cx="32766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left half of the columns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8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199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391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582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825" y="3486150"/>
            <a:ext cx="32766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right half of the columns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1825" y="3733800"/>
            <a:ext cx="6705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each strip is 512 columns, multiplied against x as it streams 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95575" y="18097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77425" y="23812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353675" y="1905000"/>
            <a:ext cx="1428750" cy="952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" y="4095750"/>
            <a:ext cx="557212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 held still: the array is reloaded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for every 128 x 128 piece of 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300" y="4095750"/>
            <a:ext cx="5572125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held still: loaded once per row slice,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 streams through in 512-column strips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876800"/>
            <a:ext cx="113728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used for the Mamba in/out projections, attention q/k/v and output, and the vocabulary projection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10.0 -&gt; 9.0 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 startup: the plugin builds your model and wires KV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Numbers: order of calls.  The plugin calls 4 of your 5 methods here; forward comes every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5775" y="10668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9575" y="249555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5775" y="249555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9575" y="39243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5775" y="39243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your model</a:t>
            </a:r>
          </a:p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(BYOM)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05000" y="12573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serve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loads the plugin</a:t>
            </a:r>
          </a:p>
        </p:txBody>
      </p:sp>
      <p:sp>
        <p:nvSpPr>
          <p:cNvPr id="11" name="Oval 10"/>
          <p:cNvSpPr/>
          <p:nvPr/>
        </p:nvSpPr>
        <p:spPr>
          <a:xfrm>
            <a:off x="1790700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5000" y="268605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swap in worker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and scheduler</a:t>
            </a:r>
          </a:p>
        </p:txBody>
      </p:sp>
      <p:sp>
        <p:nvSpPr>
          <p:cNvPr id="13" name="Oval 12"/>
          <p:cNvSpPr/>
          <p:nvPr/>
        </p:nvSpPr>
        <p:spPr>
          <a:xfrm>
            <a:off x="17907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2375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from_configs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the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3648075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19750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load_weights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shard to 4 ranks</a:t>
            </a:r>
          </a:p>
        </p:txBody>
      </p:sp>
      <p:sp>
        <p:nvSpPr>
          <p:cNvPr id="17" name="Oval 16"/>
          <p:cNvSpPr/>
          <p:nvPr/>
        </p:nvSpPr>
        <p:spPr>
          <a:xfrm>
            <a:off x="550545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7125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get_kv_spec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6 attention layers</a:t>
            </a:r>
          </a:p>
        </p:txBody>
      </p:sp>
      <p:sp>
        <p:nvSpPr>
          <p:cNvPr id="19" name="Oval 18"/>
          <p:cNvSpPr/>
          <p:nvPr/>
        </p:nvSpPr>
        <p:spPr>
          <a:xfrm>
            <a:off x="7362825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77125" y="268605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allocate KV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 free memory</a:t>
            </a:r>
          </a:p>
        </p:txBody>
      </p:sp>
      <p:sp>
        <p:nvSpPr>
          <p:cNvPr id="21" name="Oval 20"/>
          <p:cNvSpPr/>
          <p:nvPr/>
        </p:nvSpPr>
        <p:spPr>
          <a:xfrm>
            <a:off x="736282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411480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bind_kv_cache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attach KV</a:t>
            </a:r>
          </a:p>
        </p:txBody>
      </p:sp>
      <p:sp>
        <p:nvSpPr>
          <p:cNvPr id="23" name="Oval 22"/>
          <p:cNvSpPr/>
          <p:nvPr/>
        </p:nvSpPr>
        <p:spPr>
          <a:xfrm>
            <a:off x="922020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34500" y="268605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compile forward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 bucket to NEFF</a:t>
            </a:r>
          </a:p>
        </p:txBody>
      </p:sp>
      <p:sp>
        <p:nvSpPr>
          <p:cNvPr id="25" name="Oval 24"/>
          <p:cNvSpPr/>
          <p:nvPr/>
        </p:nvSpPr>
        <p:spPr>
          <a:xfrm>
            <a:off x="92202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8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1462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524250" y="3143250"/>
            <a:ext cx="1047750" cy="9715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81625" y="4572000"/>
            <a:ext cx="2381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239000" y="4572000"/>
            <a:ext cx="2381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86750" y="360045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763000" y="3600450"/>
            <a:ext cx="85725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477500" y="360045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09575" y="539115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cache: vLLM decides how many blocks each request gets; the plugin owns the memory; your model only reads and writes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Every step: vLLM decides what to run, your model computes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Numbers: order within one step.  Prefill and decode never share a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5775" y="10668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9575" y="249555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5775" y="249555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9575" y="39243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5775" y="39243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your model</a:t>
            </a:r>
          </a:p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(BYOM)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05000" y="1257300"/>
            <a:ext cx="180975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in,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blocks assigned</a:t>
            </a:r>
          </a:p>
        </p:txBody>
      </p:sp>
      <p:sp>
        <p:nvSpPr>
          <p:cNvPr id="11" name="Oval 10"/>
          <p:cNvSpPr/>
          <p:nvPr/>
        </p:nvSpPr>
        <p:spPr>
          <a:xfrm>
            <a:off x="1790700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5000" y="2686050"/>
            <a:ext cx="18097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scheduler: a prefill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or a decode batch</a:t>
            </a:r>
          </a:p>
        </p:txBody>
      </p:sp>
      <p:sp>
        <p:nvSpPr>
          <p:cNvPr id="13" name="Oval 12"/>
          <p:cNvSpPr/>
          <p:nvPr/>
        </p:nvSpPr>
        <p:spPr>
          <a:xfrm>
            <a:off x="17907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48125" y="2686050"/>
            <a:ext cx="19050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inputs: tokens,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positions, block table</a:t>
            </a:r>
          </a:p>
        </p:txBody>
      </p:sp>
      <p:sp>
        <p:nvSpPr>
          <p:cNvPr id="15" name="Oval 14"/>
          <p:cNvSpPr/>
          <p:nvPr/>
        </p:nvSpPr>
        <p:spPr>
          <a:xfrm>
            <a:off x="393382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4114800"/>
            <a:ext cx="285750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forward: find each request's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row, run 52 layers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(NKI kernels), write KV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7375" y="268605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sample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device</a:t>
            </a:r>
          </a:p>
        </p:txBody>
      </p:sp>
      <p:sp>
        <p:nvSpPr>
          <p:cNvPr id="19" name="Oval 18"/>
          <p:cNvSpPr/>
          <p:nvPr/>
        </p:nvSpPr>
        <p:spPr>
          <a:xfrm>
            <a:off x="936307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77375" y="125730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stream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out</a:t>
            </a:r>
          </a:p>
        </p:txBody>
      </p:sp>
      <p:sp>
        <p:nvSpPr>
          <p:cNvPr id="21" name="Oval 20"/>
          <p:cNvSpPr/>
          <p:nvPr/>
        </p:nvSpPr>
        <p:spPr>
          <a:xfrm>
            <a:off x="9363075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6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0987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14750" y="3143250"/>
            <a:ext cx="33337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53125" y="3143250"/>
            <a:ext cx="714375" cy="9715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144000" y="3600450"/>
            <a:ext cx="76200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014412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09575" y="539115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crosses into your model each step: token ids, positions, and per-layer metadata (block table, slot mapping)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each kind of data lives on one TP rank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weights.  Blue: KV cache, owned by the plugin.  Green: Mamba state, owned by your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28700"/>
            <a:ext cx="11372850" cy="314325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3875" y="1047750"/>
            <a:ext cx="5715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device memory (HBM) of one TP rank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75" y="1390650"/>
            <a:ext cx="2571750" cy="25717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weights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15 GB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/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loaded once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by load_weights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2325" y="1333500"/>
            <a:ext cx="4000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KV cache: 2,400 blocks x 32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23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861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100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38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57725" y="1638300"/>
            <a:ext cx="285750" cy="2857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1575" y="1638300"/>
            <a:ext cx="285750" cy="2857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5425" y="1638300"/>
            <a:ext cx="285750" cy="2857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292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531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69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82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24675" y="16383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623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861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100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38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577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815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054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292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531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769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0082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24675" y="19621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623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861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100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38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577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815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054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292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531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69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0082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24675" y="228600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623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861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010025" y="2609850"/>
            <a:ext cx="285750" cy="2857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33875" y="2609850"/>
            <a:ext cx="285750" cy="2857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577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815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054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292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531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769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0082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924675" y="2609850"/>
            <a:ext cx="285750" cy="28575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62325" y="2971800"/>
            <a:ext cx="4000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 holds blocks 7, 8, 9 (blue), B holds 41, 42 (yellow);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 request gets more blocks as its text grows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62325" y="3486150"/>
            <a:ext cx="4000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attention layers only (6 of 52)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53325" y="1333500"/>
            <a:ext cx="4229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Mamba state pool: 2N + 1 rows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553325" y="163830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01075" y="163830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220325" y="163830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owner: block 7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53325" y="203835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01075" y="203835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220325" y="203835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owner: block 41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53325" y="243840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601075" y="243840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free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220325" y="243840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553325" y="2838450"/>
            <a:ext cx="9525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01075" y="2838450"/>
            <a:ext cx="15240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scratch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220325" y="2838450"/>
            <a:ext cx="1371600" cy="342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53325" y="3276600"/>
            <a:ext cx="42291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row per request in each of the 23 layers: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SSM state 16 x 64 x 128 + last 3 conv inputs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200 MB in all for N = 8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09575" y="4305300"/>
            <a:ext cx="5572125" cy="11620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grows with every token, so it is paged in blocks.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decides which blocks a request gets,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plugin allocates them, your model writes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each token to its slot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210300" y="4305300"/>
            <a:ext cx="5572125" cy="11620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has a fixed size per request, so it is not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made of blocks and the plugin does not know about it.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Your model keeps it in its own buffers, finds the row by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request's first block, and overwrites it every step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prefill: three ways to compute the same scan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does not fit Trainium.  Green: what ships.  Same numbers, different shape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143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  token by 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733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90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114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171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495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552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876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933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257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14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638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695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019425" y="1590675"/>
            <a:ext cx="57150" cy="0"/>
          </a:xfrm>
          <a:prstGeom prst="line">
            <a:avLst/>
          </a:prstGeom>
          <a:ln w="1905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076575" y="1428750"/>
            <a:ext cx="323850" cy="32385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575" y="184785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loop of 512 dependent steps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does not compile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0" y="10668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  one big matrix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7200" y="14287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7200" y="15525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29125" y="15525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7200" y="16764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29125" y="16764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91050" y="16764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67200" y="18002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29125" y="18002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91050" y="18002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52975" y="18002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67200" y="19240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29125" y="19240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91050" y="19240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2975" y="19240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14900" y="192405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67200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29125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91050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52975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14900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76825" y="204787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67200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29125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91050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752975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14900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76825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38750" y="2171700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67200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29125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91050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52975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914900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76825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38750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0675" y="2295525"/>
            <a:ext cx="142875" cy="104775"/>
          </a:xfrm>
          <a:prstGeom prst="rect">
            <a:avLst/>
          </a:prstGeom>
          <a:solidFill>
            <a:srgbClr val="34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15000" y="1428750"/>
            <a:ext cx="2095500" cy="990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compiles, but work grows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with length squared: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128k tokens is out of reach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4825" y="1066800"/>
            <a:ext cx="3657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3  chunked SSD (ships)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24825" y="142875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24825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67700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2482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67700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1057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2482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6770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057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55345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8715375" y="1714500"/>
            <a:ext cx="285750" cy="0"/>
          </a:xfrm>
          <a:prstGeom prst="line">
            <a:avLst/>
          </a:prstGeom>
          <a:ln w="254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9039225" y="142875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039225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182100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03922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82100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32497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3922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8210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32497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46785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9629775" y="1714500"/>
            <a:ext cx="285750" cy="0"/>
          </a:xfrm>
          <a:prstGeom prst="line">
            <a:avLst/>
          </a:prstGeom>
          <a:ln w="254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9953625" y="142875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953625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96500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95362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096500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23937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5362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9650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23937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38225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0544175" y="1714500"/>
            <a:ext cx="285750" cy="0"/>
          </a:xfrm>
          <a:prstGeom prst="line">
            <a:avLst/>
          </a:prstGeom>
          <a:ln w="254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10868025" y="142875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68025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010900" y="157162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86802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1010900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1153775" y="1714500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86802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1090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153775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296650" y="1857375"/>
            <a:ext cx="123825" cy="123825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124825" y="2038350"/>
            <a:ext cx="36576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triangles of 128 tokens as matmuls,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passed between chunks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9575" y="27622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top of the chunks: long prompts arrive in 512-token segments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09575" y="3143250"/>
            <a:ext cx="3238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segment 1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512 tokens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3648075" y="3505200"/>
            <a:ext cx="57150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3609975" y="3543300"/>
            <a:ext cx="666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219575" y="3143250"/>
            <a:ext cx="3238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segment 2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512 tokens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7458075" y="3505200"/>
            <a:ext cx="57150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7419975" y="3543300"/>
            <a:ext cx="666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029575" y="3143250"/>
            <a:ext cx="3238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 segment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real tokens + padding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029575" y="3981450"/>
            <a:ext cx="3238500" cy="476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padding: dt = 0, state unchanged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09575" y="3981450"/>
            <a:ext cx="7048500" cy="476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carried: SSM state + the last 3 conv inputs, zeroed on the first segment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09575" y="4667250"/>
            <a:ext cx="11372850" cy="590550"/>
          </a:xfrm>
          <a:prstGeom prst="roundRect">
            <a:avLst>
              <a:gd name="adj" fmla="val 2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CPU tests pin all three against each other, and segmented == one shot, including the conv carry and the padding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router built from max and compare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Shown with 8 experts and top-2; the model picks 6 of 128 the same way.  No data-dependent gather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scores + bias for one 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58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621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84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0.71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47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10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73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43675" y="12954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15225" y="1295400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expert 0 to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95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58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0.71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621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84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0.71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47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0.55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910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73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3675" y="20193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5225" y="2019300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round 1: max is 0.71; two experts tie,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lower number (1) wins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58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-inf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621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384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0.71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147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0.55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910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73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3675" y="27432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0.66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5225" y="2743200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round 2: expert 1 pushed far down,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next max is expert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858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621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384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7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910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73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43675" y="3467100"/>
            <a:ext cx="8001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5225" y="3467100"/>
            <a:ext cx="426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sum of the rounds: a 0/1 mask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09575" y="4191000"/>
            <a:ext cx="11372850" cy="514350"/>
          </a:xfrm>
          <a:prstGeom prst="roundRect">
            <a:avLst>
              <a:gd name="adj" fmla="val 3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weights = mask x raw sigmoid scores, normalized to sum 1, times 2.5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9575" y="4819650"/>
            <a:ext cx="11372850" cy="5334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each round is a max, a compare and a subtract over all experts: the same work for every token, so it compiles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the big matrix holds, and what chunks skip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Toy scan: h_t = a_t h_(t-1) + b_t x_t,  y_t = c_t h_t.  6 tokens, chunks of 3.  y = M .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075" y="1314450"/>
            <a:ext cx="8953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x1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6425" y="1314450"/>
            <a:ext cx="8953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x2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71775" y="1314450"/>
            <a:ext cx="8953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x3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67125" y="1314450"/>
            <a:ext cx="8953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x4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475" y="1314450"/>
            <a:ext cx="8953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x5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7825" y="1314450"/>
            <a:ext cx="8953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x6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675" y="1600200"/>
            <a:ext cx="4762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0125" y="16192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c1b1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95475" y="16192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0825" y="16192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86175" y="16192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81525" y="16192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76875" y="16192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75" y="2114550"/>
            <a:ext cx="4762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0125" y="21336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c2a2b1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95475" y="21336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c2b2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90825" y="21336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86175" y="21336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81525" y="21336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76875" y="21336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675" y="2628900"/>
            <a:ext cx="4762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0125" y="26479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c3a3a2b1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95475" y="26479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c3a3b2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90825" y="26479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c3b3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86175" y="26479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81525" y="26479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76875" y="26479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675" y="3143250"/>
            <a:ext cx="4762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0125" y="31623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c4a4 ·</a:t>
            </a:r>
          </a:p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a3a2b1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95475" y="31623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c4a4 ·</a:t>
            </a:r>
          </a:p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a3b2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90825" y="31623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c4a4 ·</a:t>
            </a:r>
          </a:p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86175" y="31623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c4b4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81525" y="31623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76875" y="31623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675" y="3657600"/>
            <a:ext cx="4762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0125" y="36766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c5a5a4 ·</a:t>
            </a:r>
          </a:p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a3a2b1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95475" y="36766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c5a5a4 ·</a:t>
            </a:r>
          </a:p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a3b2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90825" y="36766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c5a5a4 ·</a:t>
            </a:r>
          </a:p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86175" y="36766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c5a5b4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81525" y="36766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c5b5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76875" y="367665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675" y="4171950"/>
            <a:ext cx="4762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0125" y="41910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c6a6a5a4 ·</a:t>
            </a:r>
          </a:p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a3a2b1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895475" y="41910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c6a6a5a4 ·</a:t>
            </a:r>
          </a:p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a3b2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90825" y="41910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c6a6a5a4 ·</a:t>
            </a:r>
          </a:p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86175" y="41910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c6a6a5b4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81525" y="41910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c6a6b5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76875" y="4191000"/>
            <a:ext cx="857250" cy="47625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1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c6b6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1075" y="4724400"/>
            <a:ext cx="5372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row i, column j: how much x_j reaches y_i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 cells: top line depends only on the row, bottom only on the column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67500" y="1333500"/>
            <a:ext cx="5114925" cy="87630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entry = c_i · a_i ... a_(j+1) · b_j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zero above the diagonal: the future never reaches the past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67500" y="2324100"/>
            <a:ext cx="5114925" cy="876300"/>
          </a:xfrm>
          <a:prstGeom prst="roundRect">
            <a:avLst>
              <a:gd name="adj" fmla="val 8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green, inside a chunk: built as a small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triangle matrix, exactly as in way 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67500" y="3314700"/>
            <a:ext cx="5114925" cy="1257300"/>
          </a:xfrm>
          <a:prstGeom prst="roundRect">
            <a:avLst>
              <a:gd name="adj" fmla="val 8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blue, across chunks: a blue row times x1..x3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= (top line) · h3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h3 = a3a2b1 x1 + a3b2 x2 + b3 x3 = state after chunk 1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so the blue block is never built: chunk 2 starts from h3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667500" y="4686300"/>
            <a:ext cx="5114925" cy="666750"/>
          </a:xfrm>
          <a:prstGeom prst="roundRect">
            <a:avLst>
              <a:gd name="adj" fmla="val 8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way 2 builds L x L entries; way 3 builds L x 128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plus one state per chunk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 Mamba2: a = exp(dt · A) (between 0 and 1), b = dt · B, c = C; x and h are per head, the structure is the same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