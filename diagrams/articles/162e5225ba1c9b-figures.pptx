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  <p:sldId id="259" r:id="rId12"/>
    <p:sldId id="260" r:id="rId8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vLLM stays as is; the model plugs into the plugin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Grey: vLLM.  Blue: Neuron plugin.  Green: you write it (nemotron_h)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vLLM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OpenAI API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block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200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Neuron plugin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scheduler: prefill and decode apart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ModelRunner: graphs to NEFF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0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KV cache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4825" y="1066800"/>
            <a:ext cx="36576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nemotron_h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4825" y="14859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 contract methods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4825" y="24003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pool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4825" y="3314700"/>
            <a:ext cx="3657600" cy="7239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4 NKI kernels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7175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924800" y="2762250"/>
            <a:ext cx="200025" cy="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9575" y="4476750"/>
            <a:ext cx="11372850" cy="5334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change outside nemotron_h: 2 lines in registry.py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Five methods the ModelRunner calls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you write it.  Blue: the plugin does the 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2476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0" y="1028700"/>
            <a:ext cx="4191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You 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028700"/>
            <a:ext cx="4352925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Plugin does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13335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from_configs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48000" y="13716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HF config and max_num_seqs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29500" y="13716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build the model, one graph per bucket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0383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load_weights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8000" y="20764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TP sharding, experts stored per expert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29500" y="20764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the checkpoint shards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575" y="27432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get_kv_spec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48000" y="27813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declare the 6 attention layers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9500" y="27813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size the KV blocks from free memory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344805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bind_kv_cache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48000" y="348615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attach KV to the attention 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29500" y="348615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allocate the KV cache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" y="4152900"/>
            <a:ext cx="24765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7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forward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48000" y="4191000"/>
            <a:ext cx="4191000" cy="514350"/>
          </a:xfrm>
          <a:prstGeom prst="roundRect">
            <a:avLst>
              <a:gd name="adj" fmla="val 2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dispatch each layer by its type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29500" y="4191000"/>
            <a:ext cx="4352925" cy="514350"/>
          </a:xfrm>
          <a:prstGeom prst="roundRect">
            <a:avLst>
              <a:gd name="adj" fmla="val 2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trace and run every step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 state is not KV: it lives in a model-side pool, one row per request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52 layers: Mamba2 and MoE rewritten for Trainium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Mamba2.  Yellow: MoE.  Blue: attention.  Every rewrite is pinned by a CPU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957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828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699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570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441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0311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2182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94053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924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95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9666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537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3407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5278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149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9020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0891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762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633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65039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83748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45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21165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39874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5858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77291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96000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1470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3417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75212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7083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89543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0825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626961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84566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437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8308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01795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2050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39212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57921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37663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595338" y="1066800"/>
            <a:ext cx="190134" cy="323850"/>
          </a:xfrm>
          <a:prstGeom prst="rect">
            <a:avLst/>
          </a:prstGeom>
          <a:solidFill>
            <a:srgbClr val="289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14047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32756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251464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470173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688882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07590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126299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345008" y="1066800"/>
            <a:ext cx="190134" cy="323850"/>
          </a:xfrm>
          <a:prstGeom prst="rect">
            <a:avLst/>
          </a:prstGeom>
          <a:solidFill>
            <a:srgbClr val="24A0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563716" y="1066800"/>
            <a:ext cx="190134" cy="323850"/>
          </a:xfrm>
          <a:prstGeom prst="rect">
            <a:avLst/>
          </a:prstGeom>
          <a:solidFill>
            <a:srgbClr val="FBD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0957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x 23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0957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sequential scan does not compile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957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128-token chunks as matmuls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0957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state carried across segments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0957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 masked out of the state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267200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x 23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0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128 experts, top-6 + 1 shared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267200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router: compares and sums only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67200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data-dependent gather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67200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 reads 6 experts only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24825" y="1619250"/>
            <a:ext cx="36576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x 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124825" y="22860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no rotary position embedding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124825" y="29527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the only layers with KV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124825" y="361950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GQA, 32 query / 2 KV heads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24825" y="4286250"/>
            <a:ext cx="36576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existing plugin kernels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Decode: 72.5 ms to 9.0 ms per 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One request, TP=4 on one Trainium2 chip.  Grey: start.  Green: helped.  Dim: no 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104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start: all 128 experts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181100"/>
            <a:ext cx="5334000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58250" y="1104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72.5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575" y="1771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read only the 6 experts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47850"/>
            <a:ext cx="103001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4264" y="1771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14.0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49639" y="1771650"/>
            <a:ext cx="613278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topk, then index the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575" y="24384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attention without KV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14600"/>
            <a:ext cx="941727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5977" y="24384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12.8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61352" y="2438400"/>
            <a:ext cx="6221073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GQA, graphs per context length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" y="31051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MoE decode NKI kernel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181350"/>
            <a:ext cx="927012" cy="381000"/>
          </a:xfrm>
          <a:prstGeom prst="roundRect">
            <a:avLst>
              <a:gd name="adj" fmla="val 15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51262" y="31051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12.6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6637" y="3105150"/>
            <a:ext cx="623578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almost no 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575" y="377190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 NKI kernel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848100"/>
            <a:ext cx="735724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9974" y="377190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10.0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349" y="3771900"/>
            <a:ext cx="6427076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conv + SSM + norm in one kernel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9575" y="4438650"/>
            <a:ext cx="28575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 NKI kernel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514850"/>
            <a:ext cx="662152" cy="381000"/>
          </a:xfrm>
          <a:prstGeom prst="roundRect">
            <a:avLst>
              <a:gd name="adj" fmla="val 15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86402" y="4438650"/>
            <a:ext cx="104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1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9.0 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1777" y="4438650"/>
            <a:ext cx="6500648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projections: x fixed, weights streamed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" y="5257800"/>
            <a:ext cx="11372850" cy="43815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With concurrent requests supported, the final build decodes one request in 9.2 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Four NKI kernels: split work over 2 cores, batch the DMAs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kernel.  Each splits across the 2 physical cores of a logical core with no exchange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Mamba2 decode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9575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all requests in one DMA per tile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1250" y="11049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SSD prefill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1250" y="17335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one SSM group per 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1250" y="22669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exponents from clamped differences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MoE decode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9575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intermediate axis split in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9575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experts fetched by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1250" y="2971800"/>
            <a:ext cx="5591175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matvec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1250" y="36004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output columns split in 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1250" y="4133850"/>
            <a:ext cx="5591175" cy="45720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x stationary, weights streamed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9575" y="49530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Prefill: about 800 to 2,600 tokens/s with the SSD kernel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Concurrent requests: find the state row by the first KV block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Blue: decode batch from the plugin.  Green: state pool in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896F0"/>
                </a:solidFill>
                <a:latin typeface="Amazon Ember"/>
                <a:ea typeface="メイリオ"/>
                <a:cs typeface="メイリオ"/>
              </a:rPr>
              <a:t>decode batch: rows reorder every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10425" y="1028700"/>
            <a:ext cx="457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3BD16F"/>
                </a:solidFill>
                <a:latin typeface="Amazon Ember"/>
                <a:ea typeface="メイリオ"/>
                <a:cs typeface="メイリオ"/>
              </a:rPr>
              <a:t>state pool: 2N + 1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390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7825" y="1390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B, first block 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9575" y="2152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7825" y="2152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request A, first block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9575" y="2914650"/>
            <a:ext cx="1143000" cy="5905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47825" y="2914650"/>
            <a:ext cx="3333750" cy="590550"/>
          </a:xfrm>
          <a:prstGeom prst="roundRect">
            <a:avLst>
              <a:gd name="adj" fmla="val 10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padding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10425" y="13906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48675" y="13906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7: 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0425" y="20764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row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48675" y="20764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owner 41: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10425" y="27622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48675" y="27622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free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10425" y="3448050"/>
            <a:ext cx="114300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last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48675" y="3448050"/>
            <a:ext cx="3333750" cy="552450"/>
          </a:xfrm>
          <a:prstGeom prst="roundRect">
            <a:avLst>
              <a:gd name="adj" fmla="val 10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scratch for padding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81575" y="1685925"/>
            <a:ext cx="2228850" cy="666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981575" y="1666875"/>
            <a:ext cx="2228850" cy="7810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1575" y="3209925"/>
            <a:ext cx="2228850" cy="514350"/>
          </a:xfrm>
          <a:prstGeom prst="line">
            <a:avLst/>
          </a:prstGeom>
          <a:ln w="25400">
            <a:solidFill>
              <a:srgbClr val="96969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09575" y="4305300"/>
            <a:ext cx="11372850" cy="495300"/>
          </a:xfrm>
          <a:prstGeom prst="roundRect">
            <a:avLst>
              <a:gd name="adj" fmla="val 3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6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Lookup uses only compares and max: one compiled graph serves every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575" y="4914900"/>
            <a:ext cx="113728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8 concurrent requests: 216 tokens/s in total (one request alone: 91 to 94).  A request's output is identical whatever shares its batch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