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stays as is; the model plugs into the plugin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vLLM.  Blue: Neuron plugin.  Green: you write it (nemotron_h)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OpenAI API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200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prefill and decode apart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ModelRunner: graphs to NEFF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nemotron_h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482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 contract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482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482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NKI kernels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7175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24800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9575" y="4476750"/>
            <a:ext cx="11372850" cy="5334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change outside nemotron_h: 2 lines in registry.py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Five methods the ModelRunner calls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you write it.  Blue: the plugin does the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2476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1028700"/>
            <a:ext cx="4191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 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028700"/>
            <a:ext cx="4352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Plugin does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3335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0" y="13716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HF config and max_num_seqs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29500" y="13716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model, one graph per bucket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0383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8000" y="20764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sharding, experts stored per expert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29500" y="20764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checkpoint shards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575" y="27432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8000" y="27813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declare the 6 attention layers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27813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size the KV blocks from free memory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4480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0" y="34861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 to the attention 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4861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the KV cache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41529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48000" y="41910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dispatch each layer by its type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41910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trace and run every step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is not KV: it lives in a model-side pool, one row per request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52 layers: Mamba2 and MoE rewritten for Trainium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Mamba2.  Yellow: MoE.  Blue: attention.  Every rewrite is pinned by a CPU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28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699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570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441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311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2182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053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924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95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9666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537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407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5278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149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9020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0891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762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633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6503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8374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45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2116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39874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5858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7729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1470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341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5212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7083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8954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825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6961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4566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437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8308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0179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2050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3921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5792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663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9533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1404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3275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5146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7017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8888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0759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12629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34500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56371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57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x 23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0957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sequential scan does not compile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128-token chunks as matmuls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0957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carried across segments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957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 masked out of the state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7200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x 23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0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 experts, top-6 + 1 shared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67200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compares and sums only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67200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data-dependent gather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0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reads 6 experts only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2482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x 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2482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rotary position embedding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2482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layers with KV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12482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GQA, 32 query / 2 KV heads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2482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existing plugin kernels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Decode: 72.5 ms to 9.0 ms per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request, TP=4 on one Trainium2 chip.  Grey: start.  Green: helped.  Dim: no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104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start: all 128 experts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181100"/>
            <a:ext cx="5334000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58250" y="1104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72.5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575" y="1771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only the 6 experts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47850"/>
            <a:ext cx="103001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4264" y="1771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14.0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9639" y="1771650"/>
            <a:ext cx="613278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topk, then index the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" y="24384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without KV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14600"/>
            <a:ext cx="941727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5977" y="24384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12.8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1352" y="2438400"/>
            <a:ext cx="6221073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GQA, graphs per context length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31051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MoE decode NKI kernel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181350"/>
            <a:ext cx="927012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1262" y="31051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12.6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6637" y="3105150"/>
            <a:ext cx="623578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almost no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575" y="3771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NKI kernel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848100"/>
            <a:ext cx="73572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9974" y="3771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10.0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349" y="3771900"/>
            <a:ext cx="642707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conv + SSM + norm in one 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438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NKI kernel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514850"/>
            <a:ext cx="662152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6402" y="4438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9.0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1777" y="4438650"/>
            <a:ext cx="650064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projections: x fixed, weights streamed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" y="525780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 concurrent requests supported, the final build decodes one request in 9.2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Four NKI kernels: split work over 2 cores, batch the DMAs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kernel.  Each splits across the 2 physical cores of a logical core with no exchange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 requests in one DMA per 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1250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1250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exponents from clamped differences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intermediate axis split in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575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fetched by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output columns split in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250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stationary, weights streamed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Prefill: about 800 to 2,600 tokens/s with the SSD kernel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Concurrent requests: find the state row by the first KV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decode batch from the plugin.  Green: state pool in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decode batch: rows reorder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1042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state pool: 2N + 1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390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7825" y="1390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B, first block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2152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7825" y="2152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A, first block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14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7825" y="2914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10425" y="13906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8675" y="13906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7: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0425" y="20764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48675" y="20764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41: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0425" y="27622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8675" y="27622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10425" y="34480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48675" y="34480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 for padding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1575" y="1685925"/>
            <a:ext cx="2228850" cy="666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81575" y="1666875"/>
            <a:ext cx="2228850" cy="7810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1575" y="3209925"/>
            <a:ext cx="2228850" cy="5143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09575" y="43053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Lookup uses only compares and max: one compiled graph serves every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575" y="4914900"/>
            <a:ext cx="113728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 concurrent requests: 216 tokens/s in total (one request alone: 91 to 94).  A request's output is identical whatever shares its batch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kernel: every request in one tile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tile.  Yellow: what makes it fast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inputs of all requests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xBC, gate, dt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21145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SSM state per request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heads x 64 x 128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7075" y="15430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67075" y="1219200"/>
            <a:ext cx="476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 DMA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3325" y="1028700"/>
            <a:ext cx="4000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tile: 128 channels x 8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00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96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92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8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3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79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75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71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3325" y="15049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00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196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292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88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483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79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75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771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3325" y="18288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44100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196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292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388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483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579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675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771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3325" y="21526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100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196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292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388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483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579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675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771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3325" y="24765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4100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96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292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388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483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579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675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71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43325" y="28194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64 rows per head, two heads per tile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9575" y="11239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  conv over 4 tokens + SiLU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9575" y="16002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  per-head dt and decay, spread by 1 matmul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29575" y="20764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  state = state x decay + dt x B x  (per request)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29575" y="25527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 y = state . C + D x, gated norm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SSM group 0 (8 heads)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0300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SSM group 1 (8 heads)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9575" y="4000500"/>
            <a:ext cx="1137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group shares its B and C, so the two cores never exchange data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09575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before: a loop over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small DMAs per head value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10300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after: one DMA per tile for all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per-head values by one matmul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8 requests: the Mamba2 part of a decode step 9.0 ms -&gt; 3.0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 kernel: 128-token chunks, state handed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work inside a chunk (matmuls).  Blue: state carried to the next chunk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0-127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90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52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7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128-255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483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102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4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256-383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5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67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2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384-511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575" y="1809750"/>
            <a:ext cx="4953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inside one chunk: token j feeds token i only if j &lt;= 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0075" y="2114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9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77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16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54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93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431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70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07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92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477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16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954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93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31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670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00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392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477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6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954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93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431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670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00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39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477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716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954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93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431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70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00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39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477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716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954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93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4317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670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00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39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477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716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954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93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4317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702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00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39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77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5716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8954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2193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431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67025" y="3829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00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2477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716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954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2193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5431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70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0075" y="4438650"/>
            <a:ext cx="25908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source token 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38500" y="2114550"/>
            <a:ext cx="20955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 =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C_i . B_j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decay(j to i)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dt_j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15000" y="21145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 inside the chunk = one matmul over the triangle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715000" y="278130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contribution of the state carried in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715000" y="34480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out = decayed state in + this chunk's inputs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715000" y="4114800"/>
            <a:ext cx="6067425" cy="5334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SSM group per core, as in decode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09575" y="481965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decay = exp(sum of A x dt from j to i) &lt;= 1.  In the other triangle the exponent is clamped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 0 before exp and the result masked, so long chunks never overflow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 kernel: fetch only the 6 chosen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work.  Yellow: what decode pays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31432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128 experts in HBM</a:t>
            </a:r>
          </a:p>
        </p:txBody>
      </p:sp>
      <p:sp>
        <p:nvSpPr>
          <p:cNvPr id="5" name="Rectangle 4"/>
          <p:cNvSpPr/>
          <p:nvPr/>
        </p:nvSpPr>
        <p:spPr>
          <a:xfrm>
            <a:off x="409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0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0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1075" y="1333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2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43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33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24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4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05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5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6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76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7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9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0075" y="15621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1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1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2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52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43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33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24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14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05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5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6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76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67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9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1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1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62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52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43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3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24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14575" y="1790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05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95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6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076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67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0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0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1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71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62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52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43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933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24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314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505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95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86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76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67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9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0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90575" y="22479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1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71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62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52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43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933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24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14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505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95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886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76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67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9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00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0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81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71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62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52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743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933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124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314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505075" y="2476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95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886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076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267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09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0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90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1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71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62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52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743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933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24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314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505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95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6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076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67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09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0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90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81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71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2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552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743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933575" y="2933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124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314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505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95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886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076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267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09575" y="3238500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top-6 expert numbers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457575" y="2438400"/>
            <a:ext cx="666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3457575" y="1905000"/>
            <a:ext cx="666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fetch by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24325" y="11239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 each chosen expert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15075" y="11239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 its up and down weights (indirect DMA)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124325" y="20002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up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15075" y="20002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 = relu(x . up)^2 x router weight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124325" y="28765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down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315075" y="28765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 += h . down  (summed on chip)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124325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first half of each expert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020050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second half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24325" y="4362450"/>
            <a:ext cx="76581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two halves of the intermediate axis; their partial sums are added afterwards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09575" y="476250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5 MB per expert on each TP rank: reading 6 instead of 128 experts took decode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72.5 ms to 14 ms; the kernel itself added little (12.8 -&gt; 12.6 ms)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kernel: x stays put, W streams 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 = x . W for 1 to 8 tokens.  Green: kept in the compute array.  Blue: streamed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23825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1-8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243840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loaded once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per 128 rows of 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1825" y="1028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W: hidden x output columns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1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90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10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29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1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left half of the columns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19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39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58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right half of the columns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1825" y="3733800"/>
            <a:ext cx="6705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strip is 512 columns, multiplied against x as it streams 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95575" y="18097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77425" y="23812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353675" y="1905000"/>
            <a:ext cx="1428750" cy="952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 held still: the array is reloaded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for every 128 x 128 piece of 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300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held still: loaded once per row slice,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 streams through in 512-column strips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876800"/>
            <a:ext cx="113728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used for the Mamba in/out projections, attention q/k/v and output, and the vocabulary projection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10.0 -&gt; 9.0 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