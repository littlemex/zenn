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vLLM stays as is; the model plugs into the plugin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Grey: vLLM.  Blue: Neuron plugin.  Green: you write it (nemotron_h)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36576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vLLM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485900"/>
            <a:ext cx="3657600" cy="7239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OpenAI API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2400300"/>
            <a:ext cx="3657600" cy="7239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request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575" y="3314700"/>
            <a:ext cx="3657600" cy="7239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block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0" y="1066800"/>
            <a:ext cx="36576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Neuron plugin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485900"/>
            <a:ext cx="3657600" cy="7239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scheduler: prefill and decode apart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200" y="2400300"/>
            <a:ext cx="3657600" cy="7239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ModelRunner: graphs to NEFF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200" y="3314700"/>
            <a:ext cx="3657600" cy="7239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KV cache allocation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825" y="1066800"/>
            <a:ext cx="36576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nemotron_h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4825" y="1485900"/>
            <a:ext cx="3657600" cy="7239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 contract methods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4825" y="2400300"/>
            <a:ext cx="3657600" cy="7239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Mamba state pool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4825" y="3314700"/>
            <a:ext cx="3657600" cy="7239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4 NKI kernels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67175" y="2762250"/>
            <a:ext cx="2000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24800" y="2762250"/>
            <a:ext cx="20002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9575" y="4476750"/>
            <a:ext cx="11372850" cy="5334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only change outside nemotron_h: 2 lines in registry.py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Five methods the ModelRunner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you write it.  Blue: the plugin does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28700"/>
            <a:ext cx="2476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0" y="1028700"/>
            <a:ext cx="4191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You write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0" y="1028700"/>
            <a:ext cx="435292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Plugin does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575" y="1333500"/>
            <a:ext cx="2476500" cy="5905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from_configs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0" y="1371600"/>
            <a:ext cx="4191000" cy="514350"/>
          </a:xfrm>
          <a:prstGeom prst="roundRect">
            <a:avLst>
              <a:gd name="adj" fmla="val 2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the HF config and max_num_seqs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9500" y="1371600"/>
            <a:ext cx="4352925" cy="5143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build the model, one graph per bucket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2038350"/>
            <a:ext cx="2476500" cy="5905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load_weights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48000" y="2076450"/>
            <a:ext cx="4191000" cy="514350"/>
          </a:xfrm>
          <a:prstGeom prst="roundRect">
            <a:avLst>
              <a:gd name="adj" fmla="val 2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TP sharding, experts stored per expert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9500" y="2076450"/>
            <a:ext cx="4352925" cy="5143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the checkpoint shards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575" y="2743200"/>
            <a:ext cx="2476500" cy="5905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get_kv_spec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48000" y="2781300"/>
            <a:ext cx="4191000" cy="514350"/>
          </a:xfrm>
          <a:prstGeom prst="roundRect">
            <a:avLst>
              <a:gd name="adj" fmla="val 2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declare the 6 attention layers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9500" y="2781300"/>
            <a:ext cx="4352925" cy="5143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size the KV blocks from free 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575" y="3448050"/>
            <a:ext cx="2476500" cy="5905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bind_kv_cache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48000" y="3486150"/>
            <a:ext cx="4191000" cy="514350"/>
          </a:xfrm>
          <a:prstGeom prst="roundRect">
            <a:avLst>
              <a:gd name="adj" fmla="val 2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attach KV to the attention layers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9500" y="3486150"/>
            <a:ext cx="4352925" cy="5143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allocate the KV cache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" y="4152900"/>
            <a:ext cx="2476500" cy="5905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8000" y="4191000"/>
            <a:ext cx="4191000" cy="514350"/>
          </a:xfrm>
          <a:prstGeom prst="roundRect">
            <a:avLst>
              <a:gd name="adj" fmla="val 2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dispatch each layer by its 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9500" y="4191000"/>
            <a:ext cx="4352925" cy="514350"/>
          </a:xfrm>
          <a:prstGeom prst="roundRect">
            <a:avLst>
              <a:gd name="adj" fmla="val 2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trace and run every step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575" y="4953000"/>
            <a:ext cx="11372850" cy="4953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Mamba state is not KV: it lives in a model-side pool, one row per request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52 layers of three kinds: Mamba2 and MoE rewritten for Trainium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Mamba2.  Yellow: MoE.  Blue: attention.  Every rewrite is pinned by a CPU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09575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284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6992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5701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84410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03118" y="1066800"/>
            <a:ext cx="190134" cy="3238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21827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40536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59244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953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96662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15370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34079" y="1066800"/>
            <a:ext cx="190134" cy="3238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52788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1496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0205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08913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27622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6331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65039" y="1066800"/>
            <a:ext cx="190134" cy="3238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83748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02457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21165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39874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58583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77291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6000" y="1066800"/>
            <a:ext cx="190134" cy="3238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14709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33417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52126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70835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89543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08252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26961" y="1066800"/>
            <a:ext cx="190134" cy="3238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45669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64378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83087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01795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720504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39212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57921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76630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95338" y="1066800"/>
            <a:ext cx="190134" cy="3238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14047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32756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51464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470173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688882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907590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126299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345008" y="1066800"/>
            <a:ext cx="190134" cy="323850"/>
          </a:xfrm>
          <a:prstGeom prst="rect">
            <a:avLst/>
          </a:prstGeom>
          <a:solidFill>
            <a:srgbClr val="24A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563716" y="1066800"/>
            <a:ext cx="190134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09575" y="1619250"/>
            <a:ext cx="3657600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Mamba2 x 23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09575" y="2286000"/>
            <a:ext cx="365760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sequential scan does not compile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9575" y="2952750"/>
            <a:ext cx="365760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128-token chunks as matmuls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09575" y="3619500"/>
            <a:ext cx="365760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state carried across segments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09575" y="4286250"/>
            <a:ext cx="365760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padding masked out of the state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67200" y="1619250"/>
            <a:ext cx="3657600" cy="5334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MoE x 23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67200" y="2286000"/>
            <a:ext cx="365760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128 experts, top-6 + 1 shared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67200" y="2952750"/>
            <a:ext cx="365760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router: compares and sums only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67200" y="3619500"/>
            <a:ext cx="365760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 data-dependent gather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67200" y="4286250"/>
            <a:ext cx="365760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 reads 6 experts only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24825" y="1619250"/>
            <a:ext cx="3657600" cy="533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Attention x 6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24825" y="2286000"/>
            <a:ext cx="365760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no rotary position embedding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124825" y="2952750"/>
            <a:ext cx="365760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only layers with KV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124825" y="3619500"/>
            <a:ext cx="365760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GQA, 32 query / 2 KV heads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24825" y="4286250"/>
            <a:ext cx="365760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existing plugin kernels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Decode: 72.5 ms to 9.0 ms per 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One request, TP=4 on one Trainium2 chip.  Grey: start.  Green: helped.  Dim: no 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104900"/>
            <a:ext cx="2857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start: all 128 experts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181100"/>
            <a:ext cx="5334000" cy="381000"/>
          </a:xfrm>
          <a:prstGeom prst="roundRect">
            <a:avLst>
              <a:gd name="adj" fmla="val 15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58250" y="1104900"/>
            <a:ext cx="1047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72.5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575" y="1771650"/>
            <a:ext cx="2857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only the 6 experts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47850"/>
            <a:ext cx="1030014" cy="381000"/>
          </a:xfrm>
          <a:prstGeom prst="roundRect">
            <a:avLst>
              <a:gd name="adj" fmla="val 15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4264" y="1771650"/>
            <a:ext cx="1047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14.0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9639" y="1771650"/>
            <a:ext cx="6132786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topk, then index the 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575" y="2438400"/>
            <a:ext cx="2857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attention without KV copies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514600"/>
            <a:ext cx="941727" cy="381000"/>
          </a:xfrm>
          <a:prstGeom prst="roundRect">
            <a:avLst>
              <a:gd name="adj" fmla="val 15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5977" y="2438400"/>
            <a:ext cx="1047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12.8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61352" y="2438400"/>
            <a:ext cx="6221073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GQA, graphs per context length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75" y="3105150"/>
            <a:ext cx="2857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MoE decode NKI kernel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181350"/>
            <a:ext cx="927012" cy="381000"/>
          </a:xfrm>
          <a:prstGeom prst="roundRect">
            <a:avLst>
              <a:gd name="adj" fmla="val 15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1262" y="3105150"/>
            <a:ext cx="1047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12.6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6637" y="3105150"/>
            <a:ext cx="623578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almost no gain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575" y="3771900"/>
            <a:ext cx="2857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Mamba2 decode NKI kernel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848100"/>
            <a:ext cx="735724" cy="381000"/>
          </a:xfrm>
          <a:prstGeom prst="roundRect">
            <a:avLst>
              <a:gd name="adj" fmla="val 15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9974" y="3771900"/>
            <a:ext cx="1047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10.0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5349" y="3771900"/>
            <a:ext cx="6427076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conv + SSM + norm in one kernel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575" y="4438650"/>
            <a:ext cx="28575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matvec NKI kernel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4514850"/>
            <a:ext cx="662152" cy="381000"/>
          </a:xfrm>
          <a:prstGeom prst="roundRect">
            <a:avLst>
              <a:gd name="adj" fmla="val 15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86402" y="4438650"/>
            <a:ext cx="1047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9.0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1777" y="4438650"/>
            <a:ext cx="6500648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projections: x fixed, weights streamed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9575" y="5257800"/>
            <a:ext cx="11372850" cy="43815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With concurrent requests supported, the final build decodes one request in 9.2 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Four NKI kernels: split work over 2 cores, batch the DMAs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kernel.  Each splits across the 2 physical cores of a logical core with no exchange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04900"/>
            <a:ext cx="5591175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Mamba2 decode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733550"/>
            <a:ext cx="5591175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SSM group per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2266950"/>
            <a:ext cx="5591175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 requests in one DMA per tile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1250" y="1104900"/>
            <a:ext cx="5591175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SSD prefill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1250" y="1733550"/>
            <a:ext cx="5591175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SSM group per 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1250" y="2266950"/>
            <a:ext cx="5591175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exponents from clamped differences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2971800"/>
            <a:ext cx="5591175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MoE decode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3600450"/>
            <a:ext cx="5591175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intermediate axis split in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575" y="4133850"/>
            <a:ext cx="5591175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experts fetched by index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1250" y="2971800"/>
            <a:ext cx="5591175" cy="533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matvec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1250" y="3600450"/>
            <a:ext cx="5591175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output columns split in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1250" y="4133850"/>
            <a:ext cx="5591175" cy="4572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x stationary, weights streamed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575" y="4953000"/>
            <a:ext cx="11372850" cy="4953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Prefill: about 800 to 2,600 tokens/s with the SSD kernel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Concurrent requests: find the state row by the first KV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decode batch from the plugin.  Green: state pool in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2870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decode batch: rows reorder every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10425" y="102870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state pool: 2N + 1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1390650"/>
            <a:ext cx="1143000" cy="5905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row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7825" y="1390650"/>
            <a:ext cx="3333750" cy="5905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request B, first block 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575" y="2152650"/>
            <a:ext cx="1143000" cy="5905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row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7825" y="2152650"/>
            <a:ext cx="3333750" cy="5905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request A, first block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575" y="2914650"/>
            <a:ext cx="1143000" cy="5905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row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7825" y="2914650"/>
            <a:ext cx="3333750" cy="5905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padding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10425" y="1390650"/>
            <a:ext cx="114300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row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48675" y="1390650"/>
            <a:ext cx="3333750" cy="552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owner 7: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10425" y="2076450"/>
            <a:ext cx="114300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row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48675" y="2076450"/>
            <a:ext cx="3333750" cy="5524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owner 41: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10425" y="2762250"/>
            <a:ext cx="114300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48675" y="2762250"/>
            <a:ext cx="333375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10425" y="3448050"/>
            <a:ext cx="114300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48675" y="3448050"/>
            <a:ext cx="3333750" cy="5524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scratch for padding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81575" y="1685925"/>
            <a:ext cx="2228850" cy="6667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981575" y="1666875"/>
            <a:ext cx="2228850" cy="78105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81575" y="3209925"/>
            <a:ext cx="2228850" cy="51435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09575" y="4305300"/>
            <a:ext cx="11372850" cy="4953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Lookup uses only compares and max: one compiled graph serves every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575" y="4914900"/>
            <a:ext cx="113728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8 concurrent requests: 216 tokens/s in total (one request alone: 91 to 94).  A request's output is identical whatever shares its batch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