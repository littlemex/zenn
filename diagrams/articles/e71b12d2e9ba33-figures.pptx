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7593843-4CBC-A712-CB2B-B4F878BE34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B6776E-568F-A5A4-981B-E30628F872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02686" y="5616413"/>
            <a:ext cx="979714" cy="5861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CE4815-926B-43B6-82AB-971B1A89CEF6}"/>
              </a:ext>
            </a:extLst>
          </p:cNvPr>
          <p:cNvSpPr txBox="1"/>
          <p:nvPr userDrawn="1"/>
        </p:nvSpPr>
        <p:spPr>
          <a:xfrm>
            <a:off x="504476" y="6389813"/>
            <a:ext cx="26212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8361C3B-4A14-5F26-5768-6B75326001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A1D86-6A7C-4718-BC8A-729563F7E0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290CE6C0-286E-8D46-B5B9-E759E6B1D45B}" type="datetime1">
              <a:rPr lang="ja-JP" altLang="en-US" smtClean="0"/>
              <a:t>2026/6/30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5447C4-003F-49F1-92D9-AA8E160181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0F27-F073-46C5-99AA-D6BC67A40F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113838" y="62007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pic>
        <p:nvPicPr>
          <p:cNvPr id="2" name="Picture 14">
            <a:extLst>
              <a:ext uri="{FF2B5EF4-FFF2-40B4-BE49-F238E27FC236}">
                <a16:creationId xmlns:a16="http://schemas.microsoft.com/office/drawing/2014/main" id="{ED083E87-FD63-B7E6-B661-8B9B1092A33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830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DDC33219-B0A1-E531-C83D-8E72AE56E00E}"/>
              </a:ext>
            </a:extLst>
          </p:cNvPr>
          <p:cNvSpPr txBox="1"/>
          <p:nvPr userDrawn="1"/>
        </p:nvSpPr>
        <p:spPr>
          <a:xfrm>
            <a:off x="1141084" y="6389813"/>
            <a:ext cx="26212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A22A18-A983-4477-9CE2-E889A7803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7FF9CF2E-62E0-A545-84DA-B9AC00F7E3E6}" type="datetime1">
              <a:rPr lang="ja-JP" altLang="en-US" smtClean="0"/>
              <a:t>2026/6/30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6B6389-19E6-4677-81FB-25CCEB0E3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907AE9-2A8E-446F-AC5C-E522F1C02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838" y="62007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B5C98E-29D0-7549-A4E6-151AFAD547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F00575-76B9-4D8B-9903-136ED9A42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B8A9BD07-537C-5F4E-B886-4920D3A7A675}" type="datetime1">
              <a:rPr lang="ja-JP" altLang="en-US" smtClean="0"/>
              <a:t>2026/6/30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CDB515-1F55-4916-8897-BD5A83C1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F2630-6040-4D96-BE1B-D7C27F2C1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838" y="62072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37A45-3492-46BC-9D48-C3D4051171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7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237F78-6104-4004-2FA4-4DC0815B72C9}"/>
              </a:ext>
            </a:extLst>
          </p:cNvPr>
          <p:cNvSpPr txBox="1"/>
          <p:nvPr userDrawn="1"/>
        </p:nvSpPr>
        <p:spPr>
          <a:xfrm>
            <a:off x="1141084" y="6389813"/>
            <a:ext cx="26212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12CB8C-58A4-4758-8C91-E8641A9F6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8B8775CC-9149-104F-A0AA-1D28516DB30A}" type="datetime1">
              <a:rPr lang="ja-JP" altLang="en-US" smtClean="0"/>
              <a:t>2026/6/30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444248-408B-4052-8B56-17F469F98EA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78479-5E5D-4B94-9958-5C40D64BED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113836" y="62007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86B726-34C0-4C1C-A252-97930DC77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3CB21609-CF88-DC48-B710-DBB231966AD5}" type="datetime1">
              <a:rPr lang="ja-JP" altLang="en-US" smtClean="0"/>
              <a:t>2026/6/30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3103B0-BAC9-4248-BF05-F8F64F81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B167B-71A0-4735-93B6-5A034F89F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838" y="62007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02A07-9279-4389-95B8-CFF5307F9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415A2B24-26B8-4648-9042-50A206C571EE}" type="datetime1">
              <a:rPr lang="ja-JP" altLang="en-US" smtClean="0"/>
              <a:t>2026/6/30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24D072-A634-4E51-88E3-AFF4BBF53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91B74-659E-4EB1-8DB0-B962093F0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838" y="62007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8ABEB-87DF-4979-B8D5-38D09C158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BE3A9B1B-86FC-BA41-88F8-1EFDC287C6BE}" type="datetime1">
              <a:rPr lang="ja-JP" altLang="en-US" smtClean="0"/>
              <a:t>2026/6/30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E3A9-1F3C-45F4-9F53-543C4B62D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7DE2B-5658-4ECD-9AB5-497E1D05E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836" y="62007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4046E6-CE12-7F6E-8811-7DF794DE7D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053DED-8B0A-4549-8967-4B01D5F3B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274A0F19-4DC1-C244-AC72-E67047F3631D}" type="datetime1">
              <a:rPr lang="ja-JP" altLang="en-US" smtClean="0"/>
              <a:t>2026/6/30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4D5AC-C55E-442D-A261-2526AFE66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E13C20-A770-495A-BA36-0CE111A91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838" y="6209354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CECC62-1D56-92A3-418D-0EC34FDA9B78}"/>
              </a:ext>
            </a:extLst>
          </p:cNvPr>
          <p:cNvSpPr txBox="1"/>
          <p:nvPr userDrawn="1"/>
        </p:nvSpPr>
        <p:spPr>
          <a:xfrm>
            <a:off x="1141084" y="6389813"/>
            <a:ext cx="26212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B369C-4812-6B2A-CCF0-6346B4600A5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B9EFE0-8E44-C90C-B937-EC90601AF0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991574-CEFD-26D9-588F-1C0FFBCDA2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02686" y="5616413"/>
            <a:ext cx="979714" cy="5861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A8C7E34-CF30-2AED-4C9C-32CE310B5A51}"/>
              </a:ext>
            </a:extLst>
          </p:cNvPr>
          <p:cNvSpPr txBox="1"/>
          <p:nvPr userDrawn="1"/>
        </p:nvSpPr>
        <p:spPr>
          <a:xfrm>
            <a:off x="527767" y="6017899"/>
            <a:ext cx="26212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A174A381-7875-51BF-E8F6-ADD8CD0BFC47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830"/>
          </a:xfrm>
          <a:prstGeom prst="rect">
            <a:avLst/>
          </a:prstGeom>
        </p:spPr>
      </p:pic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A6D05899-77E5-196B-EA14-086F9A5A5E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953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fld id="{01BAFFE3-0C81-0048-9276-DC89C07D235C}" type="datetime1">
              <a:rPr lang="ja-JP" altLang="en-US" smtClean="0"/>
              <a:t>2026/6/30</a:t>
            </a:fld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22683EA-DD71-1EA1-728E-AE69D57D64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953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33C312-F607-20F9-BC64-57A8B6A590DF}"/>
              </a:ext>
            </a:extLst>
          </p:cNvPr>
          <p:cNvSpPr txBox="1"/>
          <p:nvPr userDrawn="1"/>
        </p:nvSpPr>
        <p:spPr>
          <a:xfrm>
            <a:off x="1141084" y="6389813"/>
            <a:ext cx="26212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</a:t>
            </a:r>
          </a:p>
        </p:txBody>
      </p:sp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8D85736-6993-1303-CAA9-192E54A5B1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13838" y="62103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Scale-up topology, generation by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 tags: what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25527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Trn1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1352550"/>
            <a:ext cx="25527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trn1.32xlarge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638300"/>
            <a:ext cx="2552700" cy="2381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270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2800" y="1066800"/>
            <a:ext cx="25527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800" y="1352550"/>
            <a:ext cx="25527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trn2.48xlarge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2800" y="1638300"/>
            <a:ext cx="2552700" cy="2381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270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6025" y="1066800"/>
            <a:ext cx="25527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Trn2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6025" y="1352550"/>
            <a:ext cx="25527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UltraServer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6025" y="1638300"/>
            <a:ext cx="2552700" cy="2381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270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9250" y="1066800"/>
            <a:ext cx="25527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Trn3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9250" y="1352550"/>
            <a:ext cx="25527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UltraServer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9250" y="1638300"/>
            <a:ext cx="2552700" cy="2381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270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6800" y="2107406"/>
            <a:ext cx="12382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93006" y="1981200"/>
            <a:ext cx="14288" cy="12382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66800" y="2431256"/>
            <a:ext cx="12382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516856" y="1981200"/>
            <a:ext cx="14288" cy="12382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66800" y="2755106"/>
            <a:ext cx="12382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40706" y="1981200"/>
            <a:ext cx="14288" cy="12382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66800" y="3078956"/>
            <a:ext cx="12382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64556" y="1981200"/>
            <a:ext cx="14288" cy="12382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23950" y="20383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447800" y="20383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771650" y="20383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095500" y="20383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23950" y="23622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47800" y="23622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1650" y="23622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95500" y="23622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23950" y="26860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447800" y="26860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771650" y="26860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095500" y="26860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123950" y="30099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447800" y="30099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771650" y="30099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095500" y="30099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575" y="3543300"/>
            <a:ext cx="2552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16 chips  |  NeuronLink-v2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10025" y="2107406"/>
            <a:ext cx="12382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36231" y="1981200"/>
            <a:ext cx="14288" cy="12382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10025" y="2431256"/>
            <a:ext cx="12382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60081" y="1981200"/>
            <a:ext cx="14288" cy="12382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10025" y="2755106"/>
            <a:ext cx="12382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783931" y="1981200"/>
            <a:ext cx="14288" cy="12382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010025" y="3078956"/>
            <a:ext cx="12382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07781" y="1981200"/>
            <a:ext cx="14288" cy="12382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067175" y="20383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391025" y="20383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714875" y="20383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38725" y="20383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067175" y="23622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391025" y="23622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714875" y="23622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38725" y="23622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067175" y="26860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391025" y="26860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714875" y="26860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38725" y="268605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067175" y="30099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391025" y="30099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14875" y="30099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038725" y="3009900"/>
            <a:ext cx="152400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352800" y="3543300"/>
            <a:ext cx="2552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16 chips  |  NeuronLink-v3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419975" y="269795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546181" y="257175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19975" y="294560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793831" y="257175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19975" y="319325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41481" y="257175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419975" y="344090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89131" y="257175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49617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4382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99147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23912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49617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774382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99147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23912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496175" y="31432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7743825" y="31432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991475" y="31432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8239125" y="31432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496175" y="33909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743825" y="33909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991475" y="33909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239125" y="33909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210425" y="245030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336631" y="232410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210425" y="269795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584281" y="232410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210425" y="294560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831931" y="232410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210425" y="319325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079581" y="232410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728662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53427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778192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802957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28662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53427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78192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802957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728662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753427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778192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802957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7286625" y="31432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7534275" y="31432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7781925" y="31432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029575" y="31432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000875" y="220265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127081" y="207645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000875" y="245030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374731" y="207645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000875" y="269795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622381" y="207645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000875" y="294560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870031" y="207645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077075" y="21526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7324725" y="21526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572375" y="21526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7820025" y="21526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707707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732472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757237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82002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707707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732472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757237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782002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07707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732472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57237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7820025" y="28956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1C6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6791325" y="195500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917531" y="182880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791325" y="220265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165181" y="182880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791325" y="245030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412831" y="182880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791325" y="2697956"/>
            <a:ext cx="1009650" cy="14288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660481" y="1828800"/>
            <a:ext cx="14288" cy="10096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6867525" y="19050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7115175" y="19050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362825" y="19050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7610475" y="19050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6867525" y="21526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7115175" y="21526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7362825" y="21526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7610475" y="21526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686752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711517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736282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7610475" y="240030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686752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711517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736282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7610475" y="2647950"/>
            <a:ext cx="114300" cy="1143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2" name="Connector 161"/>
          <p:cNvCxnSpPr/>
          <p:nvPr/>
        </p:nvCxnSpPr>
        <p:spPr>
          <a:xfrm>
            <a:off x="6924675" y="1962150"/>
            <a:ext cx="628650" cy="742950"/>
          </a:xfrm>
          <a:prstGeom prst="line">
            <a:avLst/>
          </a:prstGeom>
          <a:ln w="19050">
            <a:solidFill>
              <a:srgbClr val="FBD33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6924675" y="2705100"/>
            <a:ext cx="628650" cy="742950"/>
          </a:xfrm>
          <a:prstGeom prst="line">
            <a:avLst/>
          </a:prstGeom>
          <a:ln w="19050">
            <a:solidFill>
              <a:srgbClr val="FBD33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7667625" y="1962150"/>
            <a:ext cx="628650" cy="742950"/>
          </a:xfrm>
          <a:prstGeom prst="line">
            <a:avLst/>
          </a:prstGeom>
          <a:ln w="19050">
            <a:solidFill>
              <a:srgbClr val="FBD33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7667625" y="2705100"/>
            <a:ext cx="628650" cy="742950"/>
          </a:xfrm>
          <a:prstGeom prst="line">
            <a:avLst/>
          </a:prstGeom>
          <a:ln w="19050">
            <a:solidFill>
              <a:srgbClr val="FBD33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296025" y="3543300"/>
            <a:ext cx="2552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64 chips  |  4 x 16, Z ring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9563100" y="1771650"/>
            <a:ext cx="914400" cy="2857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L2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10553700" y="1771650"/>
            <a:ext cx="914400" cy="2857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L2</a:t>
            </a:r>
          </a:p>
        </p:txBody>
      </p:sp>
      <p:cxnSp>
        <p:nvCxnSpPr>
          <p:cNvPr id="169" name="Connector 168"/>
          <p:cNvCxnSpPr/>
          <p:nvPr/>
        </p:nvCxnSpPr>
        <p:spPr>
          <a:xfrm flipV="1">
            <a:off x="9582150" y="2057400"/>
            <a:ext cx="438150" cy="438150"/>
          </a:xfrm>
          <a:prstGeom prst="line">
            <a:avLst/>
          </a:prstGeom>
          <a:ln w="1524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9734550" y="2057400"/>
            <a:ext cx="1276350" cy="438150"/>
          </a:xfrm>
          <a:prstGeom prst="line">
            <a:avLst/>
          </a:prstGeom>
          <a:ln w="1524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ounded Rectangle 170"/>
          <p:cNvSpPr/>
          <p:nvPr/>
        </p:nvSpPr>
        <p:spPr>
          <a:xfrm>
            <a:off x="9410700" y="2495550"/>
            <a:ext cx="495300" cy="2476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9463088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9420225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586912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9544050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710738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9667875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834562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9791700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382125" y="2419350"/>
            <a:ext cx="552450" cy="78105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464A5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1" name="Connector 180"/>
          <p:cNvCxnSpPr/>
          <p:nvPr/>
        </p:nvCxnSpPr>
        <p:spPr>
          <a:xfrm flipH="1" flipV="1">
            <a:off x="10020300" y="2057400"/>
            <a:ext cx="133350" cy="438150"/>
          </a:xfrm>
          <a:prstGeom prst="line">
            <a:avLst/>
          </a:prstGeom>
          <a:ln w="1524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10306050" y="2057400"/>
            <a:ext cx="704850" cy="438150"/>
          </a:xfrm>
          <a:prstGeom prst="line">
            <a:avLst/>
          </a:prstGeom>
          <a:ln w="1524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Rounded Rectangle 182"/>
          <p:cNvSpPr/>
          <p:nvPr/>
        </p:nvSpPr>
        <p:spPr>
          <a:xfrm>
            <a:off x="9982200" y="2495550"/>
            <a:ext cx="495300" cy="2476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034588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991725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158412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10115550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0282238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10239375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406062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10363200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ounded Rectangle 191"/>
          <p:cNvSpPr/>
          <p:nvPr/>
        </p:nvSpPr>
        <p:spPr>
          <a:xfrm>
            <a:off x="9953625" y="2419350"/>
            <a:ext cx="552450" cy="78105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464A5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3" name="Connector 192"/>
          <p:cNvCxnSpPr/>
          <p:nvPr/>
        </p:nvCxnSpPr>
        <p:spPr>
          <a:xfrm flipH="1" flipV="1">
            <a:off x="10020300" y="2057400"/>
            <a:ext cx="704850" cy="438150"/>
          </a:xfrm>
          <a:prstGeom prst="line">
            <a:avLst/>
          </a:prstGeom>
          <a:ln w="1524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0877550" y="2057400"/>
            <a:ext cx="133350" cy="438150"/>
          </a:xfrm>
          <a:prstGeom prst="line">
            <a:avLst/>
          </a:prstGeom>
          <a:ln w="1524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/>
          <p:cNvSpPr/>
          <p:nvPr/>
        </p:nvSpPr>
        <p:spPr>
          <a:xfrm>
            <a:off x="10553700" y="2495550"/>
            <a:ext cx="495300" cy="2476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L1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10606088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10563225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0729912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ounded Rectangle 198"/>
          <p:cNvSpPr/>
          <p:nvPr/>
        </p:nvSpPr>
        <p:spPr>
          <a:xfrm>
            <a:off x="10687050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0853738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10810875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0977562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ounded Rectangle 202"/>
          <p:cNvSpPr/>
          <p:nvPr/>
        </p:nvSpPr>
        <p:spPr>
          <a:xfrm>
            <a:off x="10934700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10525125" y="2419350"/>
            <a:ext cx="552450" cy="78105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464A5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5" name="Connector 204"/>
          <p:cNvCxnSpPr/>
          <p:nvPr/>
        </p:nvCxnSpPr>
        <p:spPr>
          <a:xfrm flipH="1" flipV="1">
            <a:off x="10020300" y="2057400"/>
            <a:ext cx="1276350" cy="438150"/>
          </a:xfrm>
          <a:prstGeom prst="line">
            <a:avLst/>
          </a:prstGeom>
          <a:ln w="1524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 flipV="1">
            <a:off x="11010900" y="2057400"/>
            <a:ext cx="438150" cy="438150"/>
          </a:xfrm>
          <a:prstGeom prst="line">
            <a:avLst/>
          </a:prstGeom>
          <a:ln w="1524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Rounded Rectangle 206"/>
          <p:cNvSpPr/>
          <p:nvPr/>
        </p:nvSpPr>
        <p:spPr>
          <a:xfrm>
            <a:off x="11125200" y="2495550"/>
            <a:ext cx="495300" cy="2476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L1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11177588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11134725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11301412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11258550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11425238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ounded Rectangle 212"/>
          <p:cNvSpPr/>
          <p:nvPr/>
        </p:nvSpPr>
        <p:spPr>
          <a:xfrm>
            <a:off x="11382375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1549062" y="2743200"/>
            <a:ext cx="9525" cy="26670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ounded Rectangle 214"/>
          <p:cNvSpPr/>
          <p:nvPr/>
        </p:nvSpPr>
        <p:spPr>
          <a:xfrm>
            <a:off x="11506200" y="3009900"/>
            <a:ext cx="104775" cy="104775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1096625" y="2419350"/>
            <a:ext cx="552450" cy="78105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464A5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239250" y="3238500"/>
            <a:ext cx="25527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Gen2: 4 of 36 servers shown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239250" y="3486150"/>
            <a:ext cx="25527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Gen1: 64 chips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Gen2: 144 chips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409575" y="4191000"/>
            <a:ext cx="2552700" cy="285750"/>
          </a:xfrm>
          <a:prstGeom prst="roundRect">
            <a:avLst>
              <a:gd name="adj" fmla="val 30000"/>
            </a:avLst>
          </a:prstGeom>
          <a:solidFill>
            <a:srgbClr val="124022"/>
          </a:solidFill>
          <a:ln w="1270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2D torus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409575" y="4533900"/>
            <a:ext cx="2552700" cy="285750"/>
          </a:xfrm>
          <a:prstGeom prst="roundRect">
            <a:avLst>
              <a:gd name="adj" fmla="val 30000"/>
            </a:avLst>
          </a:prstGeom>
          <a:solidFill>
            <a:srgbClr val="124022"/>
          </a:solidFill>
          <a:ln w="1270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neighbours per chip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3352800" y="4191000"/>
            <a:ext cx="2552700" cy="285750"/>
          </a:xfrm>
          <a:prstGeom prst="roundRect">
            <a:avLst>
              <a:gd name="adj" fmla="val 30000"/>
            </a:avLst>
          </a:prstGeom>
          <a:solidFill>
            <a:srgbClr val="124022"/>
          </a:solidFill>
          <a:ln w="1270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Same 4x4 2D torus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3352800" y="4533900"/>
            <a:ext cx="2552700" cy="285750"/>
          </a:xfrm>
          <a:prstGeom prst="roundRect">
            <a:avLst>
              <a:gd name="adj" fmla="val 30000"/>
            </a:avLst>
          </a:prstGeom>
          <a:solidFill>
            <a:srgbClr val="124022"/>
          </a:solidFill>
          <a:ln w="1270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Faster NeuronLink-v3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6296025" y="4191000"/>
            <a:ext cx="2552700" cy="285750"/>
          </a:xfrm>
          <a:prstGeom prst="roundRect">
            <a:avLst>
              <a:gd name="adj" fmla="val 30000"/>
            </a:avLst>
          </a:prstGeom>
          <a:solidFill>
            <a:srgbClr val="124022"/>
          </a:solidFill>
          <a:ln w="1270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+ Z ring across 4 servers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6296025" y="4533900"/>
            <a:ext cx="2552700" cy="285750"/>
          </a:xfrm>
          <a:prstGeom prst="roundRect">
            <a:avLst>
              <a:gd name="adj" fmla="val 30000"/>
            </a:avLst>
          </a:prstGeom>
          <a:solidFill>
            <a:srgbClr val="124022"/>
          </a:solidFill>
          <a:ln w="1270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3D torus (4x4x4)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9239250" y="4191000"/>
            <a:ext cx="2552700" cy="285750"/>
          </a:xfrm>
          <a:prstGeom prst="roundRect">
            <a:avLst>
              <a:gd name="adj" fmla="val 30000"/>
            </a:avLst>
          </a:prstGeom>
          <a:solidFill>
            <a:srgbClr val="124022"/>
          </a:solidFill>
          <a:ln w="1270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Torus -&gt; switch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9239250" y="4533900"/>
            <a:ext cx="2552700" cy="285750"/>
          </a:xfrm>
          <a:prstGeom prst="roundRect">
            <a:avLst>
              <a:gd name="adj" fmla="val 30000"/>
            </a:avLst>
          </a:prstGeom>
          <a:solidFill>
            <a:srgbClr val="124022"/>
          </a:solidFill>
          <a:ln w="1270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All-to-all</a:t>
            </a:r>
          </a:p>
        </p:txBody>
      </p:sp>
      <p:cxnSp>
        <p:nvCxnSpPr>
          <p:cNvPr id="227" name="Connector 226"/>
          <p:cNvCxnSpPr/>
          <p:nvPr/>
        </p:nvCxnSpPr>
        <p:spPr>
          <a:xfrm>
            <a:off x="3000375" y="2828925"/>
            <a:ext cx="314325" cy="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5943600" y="2828925"/>
            <a:ext cx="314325" cy="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8886825" y="2828925"/>
            <a:ext cx="314325" cy="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Software stack for collectives on Trainium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Neuron SDK 2.32.0 (2026-08-17)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7239000" cy="5905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90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1025" y="1143000"/>
            <a:ext cx="31432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3325" y="1143000"/>
            <a:ext cx="3810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PyTorch  |  JAX  |  vLLM Neuron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7175" y="1257300"/>
            <a:ext cx="1905000" cy="361950"/>
          </a:xfrm>
          <a:prstGeom prst="roundRect">
            <a:avLst>
              <a:gd name="adj" fmla="val 30000"/>
            </a:avLst>
          </a:prstGeom>
          <a:solidFill>
            <a:srgbClr val="124022"/>
          </a:solidFill>
          <a:ln w="12700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1847850"/>
            <a:ext cx="7239000" cy="5905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905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1025" y="1847850"/>
            <a:ext cx="31432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aws-neuronx-collectives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3325" y="1847850"/>
            <a:ext cx="3810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Collective algorithms, OFI plugin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77175" y="1962150"/>
            <a:ext cx="1905000" cy="361950"/>
          </a:xfrm>
          <a:prstGeom prst="roundRect">
            <a:avLst>
              <a:gd name="adj" fmla="val 30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apt  2.34.10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9575" y="2552700"/>
            <a:ext cx="7239000" cy="5905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905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1025" y="2552700"/>
            <a:ext cx="31432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aws-neuronx-runtime-lib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3325" y="2552700"/>
            <a:ext cx="3810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Loads NEFF, rewrites PTC2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77175" y="2667000"/>
            <a:ext cx="1905000" cy="361950"/>
          </a:xfrm>
          <a:prstGeom prst="roundRect">
            <a:avLst>
              <a:gd name="adj" fmla="val 30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apt  2.34.10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257550"/>
            <a:ext cx="3524250" cy="5905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9050">
            <a:solidFill>
              <a:srgbClr val="34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2925" y="3295650"/>
            <a:ext cx="3333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aws-neuronx-dkms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925" y="3562350"/>
            <a:ext cx="3333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Neuron driver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71700" y="3848100"/>
            <a:ext cx="0" cy="22860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09575" y="4076700"/>
            <a:ext cx="3524250" cy="5524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Trainium chips + NeuronLink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24325" y="3257550"/>
            <a:ext cx="3524250" cy="5905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9050">
            <a:solidFill>
              <a:srgbClr val="34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7675" y="3295650"/>
            <a:ext cx="3333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software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7675" y="3562350"/>
            <a:ext cx="3333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EFA driver, libfabric, rdma-core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86450" y="3848100"/>
            <a:ext cx="0" cy="22860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124325" y="4076700"/>
            <a:ext cx="3524250" cy="552450"/>
          </a:xfrm>
          <a:prstGeom prst="roundRect">
            <a:avLst>
              <a:gd name="adj" fmla="val 8000"/>
            </a:avLst>
          </a:prstGeom>
          <a:solidFill>
            <a:srgbClr val="343840"/>
          </a:solidFill>
          <a:ln w="1270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network interface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77175" y="3371850"/>
            <a:ext cx="1905000" cy="361950"/>
          </a:xfrm>
          <a:prstGeom prst="roundRect">
            <a:avLst>
              <a:gd name="adj" fmla="val 30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apt  2.30.2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77175" y="37719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EFA installer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77175" y="417195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hardware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" y="4686300"/>
            <a:ext cx="35242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inside the NeuronLink domain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24325" y="4686300"/>
            <a:ext cx="35242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beyond 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48875" y="1143000"/>
            <a:ext cx="1714500" cy="200025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464A5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aws-neuronx-tools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neuron-ls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nccom-test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Where compute and communication contend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GPU with NCCL default kernels vs Trainium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 (NCCL default)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447800"/>
            <a:ext cx="5448300" cy="27813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270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Trainium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4125" y="1447800"/>
            <a:ext cx="5448300" cy="27813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270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6750" y="1714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85850" y="1714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04950" y="1714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24050" y="1714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43150" y="1714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62250" y="1714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81350" y="1714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00450" y="1714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6750" y="2095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85850" y="2095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04950" y="2095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24050" y="2095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343150" y="2095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62250" y="2095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81350" y="2095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00450" y="2095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6750" y="2476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85850" y="2476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04950" y="2476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4050" y="2476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343150" y="2476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762250" y="2476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181350" y="2476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600450" y="2476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66750" y="2857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85850" y="2857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04950" y="2857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4050" y="2857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343150" y="2857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762250" y="2857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181350" y="2857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00450" y="2857500"/>
            <a:ext cx="361950" cy="304800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3276600"/>
            <a:ext cx="2476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SMs: compute kernels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81350" y="32766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NCCL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91000" y="1809750"/>
            <a:ext cx="1428750" cy="438150"/>
          </a:xfrm>
          <a:prstGeom prst="roundRect">
            <a:avLst>
              <a:gd name="adj" fmla="val 8000"/>
            </a:avLst>
          </a:prstGeom>
          <a:solidFill>
            <a:srgbClr val="343840"/>
          </a:solidFill>
          <a:ln w="1270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HBM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91000" y="2590800"/>
            <a:ext cx="1428750" cy="438150"/>
          </a:xfrm>
          <a:prstGeom prst="roundRect">
            <a:avLst>
              <a:gd name="adj" fmla="val 8000"/>
            </a:avLst>
          </a:prstGeom>
          <a:solidFill>
            <a:srgbClr val="343840"/>
          </a:solidFill>
          <a:ln w="1270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NVLink / NIC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019550" y="2809875"/>
            <a:ext cx="171450" cy="0"/>
          </a:xfrm>
          <a:prstGeom prst="line">
            <a:avLst/>
          </a:prstGeom>
          <a:ln w="254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09575" y="4343400"/>
            <a:ext cx="5448300" cy="3429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2700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Shared: SMs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72250" y="1714500"/>
            <a:ext cx="2209800" cy="8953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270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Compute engines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429750" y="1714500"/>
            <a:ext cx="2000250" cy="8953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2700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CC-Cores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782050" y="2000250"/>
            <a:ext cx="647700" cy="0"/>
          </a:xfrm>
          <a:prstGeom prst="line">
            <a:avLst/>
          </a:prstGeom>
          <a:ln w="1905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8782050" y="2343150"/>
            <a:ext cx="647700" cy="0"/>
          </a:xfrm>
          <a:prstGeom prst="line">
            <a:avLst/>
          </a:prstGeom>
          <a:ln w="1905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782050" y="173355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trigger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82050" y="24003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done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72250" y="3143250"/>
            <a:ext cx="4857750" cy="495300"/>
          </a:xfrm>
          <a:prstGeom prst="roundRect">
            <a:avLst>
              <a:gd name="adj" fmla="val 8000"/>
            </a:avLst>
          </a:prstGeom>
          <a:solidFill>
            <a:srgbClr val="50420E"/>
          </a:solidFill>
          <a:ln w="12700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DMA engines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667625" y="2609850"/>
            <a:ext cx="0" cy="533400"/>
          </a:xfrm>
          <a:prstGeom prst="line">
            <a:avLst/>
          </a:prstGeom>
          <a:ln w="254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429875" y="2609850"/>
            <a:ext cx="0" cy="533400"/>
          </a:xfrm>
          <a:prstGeom prst="line">
            <a:avLst/>
          </a:prstGeom>
          <a:ln w="254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6572250" y="3829050"/>
            <a:ext cx="2333625" cy="381000"/>
          </a:xfrm>
          <a:prstGeom prst="roundRect">
            <a:avLst>
              <a:gd name="adj" fmla="val 8000"/>
            </a:avLst>
          </a:prstGeom>
          <a:solidFill>
            <a:srgbClr val="343840"/>
          </a:solidFill>
          <a:ln w="1270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HBM / SBUF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96375" y="3829050"/>
            <a:ext cx="2333625" cy="381000"/>
          </a:xfrm>
          <a:prstGeom prst="roundRect">
            <a:avLst>
              <a:gd name="adj" fmla="val 8000"/>
            </a:avLst>
          </a:prstGeom>
          <a:solidFill>
            <a:srgbClr val="343840"/>
          </a:solidFill>
          <a:ln w="1270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NeuronLink / EFA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34125" y="4343400"/>
            <a:ext cx="5448300" cy="3429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2700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Shared: DMA engines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