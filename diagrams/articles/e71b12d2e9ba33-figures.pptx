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90CE6C0-286E-8D46-B5B9-E759E6B1D45B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ED083E87-FD63-B7E6-B661-8B9B1092A3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DDC33219-B0A1-E531-C83D-8E72AE56E00E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FF9CF2E-62E0-A545-84DA-B9AC00F7E3E6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8A9BD07-537C-5F4E-B886-4920D3A7A67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B8775CC-9149-104F-A0AA-1D28516DB30A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CB21609-CF88-DC48-B710-DBB231966AD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15A2B24-26B8-4648-9042-50A206C571E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E3A9B1B-86FC-BA41-88F8-1EFDC287C6B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74A0F19-4DC1-C244-AC72-E67047F3631D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9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01BAFFE3-0C81-0048-9276-DC89C07D235C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D85736-6993-1303-CAA9-192E54A5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Scale-up topology, generation by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 tags: 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2552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5255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trn1.32xlarge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38300"/>
            <a:ext cx="2552700" cy="2381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2800" y="1066800"/>
            <a:ext cx="2552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Trn2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135255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trn2.48xlarge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1638300"/>
            <a:ext cx="2552700" cy="2381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6025" y="1066800"/>
            <a:ext cx="2552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Trn2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6025" y="135255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UltraServer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6025" y="1638300"/>
            <a:ext cx="2552700" cy="2381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9250" y="1066800"/>
            <a:ext cx="2552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Trn3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0" y="135255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UltraServer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9250" y="1638300"/>
            <a:ext cx="2552700" cy="2381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800" y="210740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3006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6800" y="243125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16856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6800" y="275510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40706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800" y="307895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64556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23950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47800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71650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095500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23950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47800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771650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095500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23950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447800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771650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095500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23950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447800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71650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095500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575" y="354330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 chips  |  NeuronLink-v2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10025" y="210740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36231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10025" y="243125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60081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10025" y="275510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83931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10025" y="307895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07781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067175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91025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14875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38725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067175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91025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14875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38725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067175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91025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714875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38725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067175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391025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714875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038725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52800" y="354330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 chips  |  NeuronLink-v3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19975" y="26979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546181" y="25717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19975" y="29456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93831" y="25717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19975" y="31932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041481" y="25717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419975" y="34409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89131" y="25717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4961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7438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9914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391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4961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438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9914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2391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49617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74382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99147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23912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496175" y="33909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743825" y="33909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991475" y="33909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239125" y="33909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210425" y="24503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336631" y="23241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210425" y="26979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84281" y="23241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210425" y="29456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831931" y="23241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10425" y="31932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79581" y="23241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2866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342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7819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0295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2866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5342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7819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0295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2866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5342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7819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80295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28662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53427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78192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02957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000875" y="22026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127081" y="20764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00875" y="24503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374731" y="20764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000875" y="26979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622381" y="20764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00875" y="29456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870031" y="20764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707707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732472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757237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82002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0770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73247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5723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78200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0770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3247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5723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8200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0770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3247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75723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78200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791325" y="19550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917531" y="18288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791325" y="22026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165181" y="18288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791325" y="24503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412831" y="18288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791325" y="26979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660481" y="18288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6867525" y="19050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7115175" y="19050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7362825" y="19050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7610475" y="19050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686752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11517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736282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761047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8675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71151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73628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76104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68675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71151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73628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76104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6924675" y="1962150"/>
            <a:ext cx="628650" cy="7429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924675" y="2705100"/>
            <a:ext cx="628650" cy="7429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667625" y="1962150"/>
            <a:ext cx="628650" cy="7429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667625" y="2705100"/>
            <a:ext cx="628650" cy="7429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6296025" y="354330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64 chips  |  4 x 16, Z ring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563100" y="1771650"/>
            <a:ext cx="914400" cy="2857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L2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553700" y="1771650"/>
            <a:ext cx="914400" cy="2857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L2</a:t>
            </a:r>
          </a:p>
        </p:txBody>
      </p:sp>
      <p:cxnSp>
        <p:nvCxnSpPr>
          <p:cNvPr id="169" name="Connector 168"/>
          <p:cNvCxnSpPr/>
          <p:nvPr/>
        </p:nvCxnSpPr>
        <p:spPr>
          <a:xfrm flipV="1">
            <a:off x="9582150" y="2057400"/>
            <a:ext cx="4381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734550" y="2057400"/>
            <a:ext cx="12763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9410700" y="2495550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46308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942022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58691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954405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71073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66787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83456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79170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9382125" y="2419350"/>
            <a:ext cx="552450" cy="78105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 flipH="1" flipV="1">
            <a:off x="10020300" y="2057400"/>
            <a:ext cx="1333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306050" y="2057400"/>
            <a:ext cx="7048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ounded Rectangle 182"/>
          <p:cNvSpPr/>
          <p:nvPr/>
        </p:nvSpPr>
        <p:spPr>
          <a:xfrm>
            <a:off x="9982200" y="2495550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03458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999172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15841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1011555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028223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1023937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40606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1036320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9953625" y="2419350"/>
            <a:ext cx="552450" cy="78105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H="1" flipV="1">
            <a:off x="10020300" y="2057400"/>
            <a:ext cx="7048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877550" y="2057400"/>
            <a:ext cx="1333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194"/>
          <p:cNvSpPr/>
          <p:nvPr/>
        </p:nvSpPr>
        <p:spPr>
          <a:xfrm>
            <a:off x="10553700" y="2495550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60608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1056322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72991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1068705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85373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1081087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097756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1093470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0525125" y="2419350"/>
            <a:ext cx="552450" cy="78105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 flipH="1" flipV="1">
            <a:off x="10020300" y="2057400"/>
            <a:ext cx="12763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H="1" flipV="1">
            <a:off x="11010900" y="2057400"/>
            <a:ext cx="4381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ounded Rectangle 206"/>
          <p:cNvSpPr/>
          <p:nvPr/>
        </p:nvSpPr>
        <p:spPr>
          <a:xfrm>
            <a:off x="11125200" y="2495550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117758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113472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130141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125855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142523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1138237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154906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1150620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1096625" y="2419350"/>
            <a:ext cx="552450" cy="78105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239250" y="323850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Gen2: 4 of 36 servers shown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239250" y="3486150"/>
            <a:ext cx="25527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Gen1: 64 chips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Gen2: 144 chips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09575" y="41910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2D torus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09575" y="45339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neighbours per chip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3352800" y="41910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4x4 2D torus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3352800" y="45339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Faster NeuronLink-v3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296025" y="41910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Z ring across 4 servers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6296025" y="45339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3D torus (4x4x4)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9239250" y="41910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Torus -&gt; switch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9239250" y="45339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All-to-all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3000375" y="2828925"/>
            <a:ext cx="314325" cy="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5943600" y="2828925"/>
            <a:ext cx="314325" cy="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8886825" y="2828925"/>
            <a:ext cx="314325" cy="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all_reduce() to the wire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What each layer does, and when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66800"/>
            <a:ext cx="7524750" cy="5524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1975" y="1066800"/>
            <a:ext cx="2857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7575" y="1066800"/>
            <a:ext cx="4381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your code calls all_reduce / all_gather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4825" y="1181100"/>
            <a:ext cx="1809750" cy="3238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 call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71950" y="1619250"/>
            <a:ext cx="0" cy="1143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9575" y="1733550"/>
            <a:ext cx="7524750" cy="5524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1975" y="1733550"/>
            <a:ext cx="2857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7575" y="1733550"/>
            <a:ext cx="4381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builds the NEFF; puts a CC trigger (PTC2) at each collective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4825" y="1847850"/>
            <a:ext cx="1809750" cy="3238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71950" y="2286000"/>
            <a:ext cx="0" cy="1143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9575" y="2400300"/>
            <a:ext cx="7524750" cy="5524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975" y="2400300"/>
            <a:ext cx="2857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7575" y="2400300"/>
            <a:ext cx="4381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loads the NEFF, CC program and DMA rings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4825" y="2514600"/>
            <a:ext cx="1809750" cy="323850"/>
          </a:xfrm>
          <a:prstGeom prst="roundRect">
            <a:avLst>
              <a:gd name="adj" fmla="val 30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 + run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71950" y="2952750"/>
            <a:ext cx="0" cy="1143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9575" y="3067050"/>
            <a:ext cx="7524750" cy="5524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975" y="3067050"/>
            <a:ext cx="2857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aws-neuronx-collectives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7575" y="3067050"/>
            <a:ext cx="4381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implements Ring / Mesh / RDH / KangaRing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4825" y="3181350"/>
            <a:ext cx="1809750" cy="323850"/>
          </a:xfrm>
          <a:prstGeom prst="roundRect">
            <a:avLst>
              <a:gd name="adj" fmla="val 30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using a collective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71950" y="3619500"/>
            <a:ext cx="0" cy="1143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09575" y="3733800"/>
            <a:ext cx="3667125" cy="5905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34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2925" y="3771900"/>
            <a:ext cx="3476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aws-neuronx-dkms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4038600"/>
            <a:ext cx="34766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driver for the Neuron devices  (kernel)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43138" y="4324350"/>
            <a:ext cx="0" cy="2095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09575" y="4533900"/>
            <a:ext cx="3667125" cy="5143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CC-Cores + DMA over NeuronLink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7200" y="3733800"/>
            <a:ext cx="3667125" cy="5905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34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0550" y="3771900"/>
            <a:ext cx="3476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software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0550" y="4038600"/>
            <a:ext cx="34766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libfabric + rdma-core + driver  (multi-instance)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00762" y="4324350"/>
            <a:ext cx="0" cy="2095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67200" y="4533900"/>
            <a:ext cx="3667125" cy="5143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network 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575" y="5086350"/>
            <a:ext cx="36671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inside the NeuronLink 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5086350"/>
            <a:ext cx="36671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beyond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4825" y="3867150"/>
            <a:ext cx="1809750" cy="11811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aws-neuronx-tools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check and measure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compute and communication contend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with NCCL default kernels vs Trainium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 (NCCL default)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47800"/>
            <a:ext cx="5448300" cy="27813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412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4125" y="1447800"/>
            <a:ext cx="5448300" cy="27813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67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58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049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40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431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622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813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04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67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58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049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240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431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622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813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004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67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858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049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9240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431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622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813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004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67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858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049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240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431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622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1813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004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750" y="327660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SMs: compute kernels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81350" y="327660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NCCL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91000" y="1809750"/>
            <a:ext cx="1428750" cy="4381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590800"/>
            <a:ext cx="1428750" cy="4381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NVLink / NIC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19550" y="2809875"/>
            <a:ext cx="1714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09575" y="4343400"/>
            <a:ext cx="5448300" cy="3429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Shared: SMs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72250" y="1714500"/>
            <a:ext cx="2209800" cy="8953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Compute engines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29750" y="1714500"/>
            <a:ext cx="2000250" cy="8953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CC-Cores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82050" y="2000250"/>
            <a:ext cx="647700" cy="0"/>
          </a:xfrm>
          <a:prstGeom prst="line">
            <a:avLst/>
          </a:prstGeom>
          <a:ln w="190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782050" y="2343150"/>
            <a:ext cx="647700" cy="0"/>
          </a:xfrm>
          <a:prstGeom prst="line">
            <a:avLst/>
          </a:prstGeom>
          <a:ln w="190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82050" y="17335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trigger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2050" y="24003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done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72250" y="3143250"/>
            <a:ext cx="4857750" cy="495300"/>
          </a:xfrm>
          <a:prstGeom prst="roundRect">
            <a:avLst>
              <a:gd name="adj" fmla="val 8000"/>
            </a:avLst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DMA engines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667625" y="2609850"/>
            <a:ext cx="0" cy="5334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429875" y="2609850"/>
            <a:ext cx="0" cy="5334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572250" y="3829050"/>
            <a:ext cx="2333625" cy="381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/ SBUF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6375" y="3829050"/>
            <a:ext cx="2333625" cy="381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NeuronLink / EFA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34125" y="4343400"/>
            <a:ext cx="5448300" cy="3429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Shared: DMA engines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