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31800"/>
            <a:ext cx="11176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測る道具の欠陥は、測られる側の性質に見える形で現れた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000" y="1092200"/>
            <a:ext cx="3556000" cy="2184400"/>
          </a:xfrm>
          <a:prstGeom prst="roundRect">
            <a:avLst>
              <a:gd name="adj" fmla="val 5813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1200" y="1295400"/>
            <a:ext cx="3149600" cy="584200"/>
          </a:xfrm>
          <a:prstGeom prst="roundRect">
            <a:avLst>
              <a:gd name="adj" fmla="val 17391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間隔が 35.2 と 5.6 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1930400"/>
            <a:ext cx="0" cy="33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1200" y="2311400"/>
            <a:ext cx="3149600" cy="762000"/>
          </a:xfrm>
          <a:prstGeom prst="roundRect">
            <a:avLst>
              <a:gd name="adj" fmla="val 13333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port-forward が 2 つの</a:t>
            </a:r>
          </a:p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イベントをまとめて届けた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8000" y="1092200"/>
            <a:ext cx="3556000" cy="2184400"/>
          </a:xfrm>
          <a:prstGeom prst="roundRect">
            <a:avLst>
              <a:gd name="adj" fmla="val 5813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1200" y="1295400"/>
            <a:ext cx="3149600" cy="584200"/>
          </a:xfrm>
          <a:prstGeom prst="roundRect">
            <a:avLst>
              <a:gd name="adj" fmla="val 17391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エンジンが崩壊した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930400"/>
            <a:ext cx="0" cy="33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1200" y="2311400"/>
            <a:ext cx="3149600" cy="762000"/>
          </a:xfrm>
          <a:prstGeom prst="roundRect">
            <a:avLst>
              <a:gd name="adj" fmla="val 13333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負荷生成器の tick が</a:t>
            </a:r>
          </a:p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1800 回中 606 回だけ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0" y="1092200"/>
            <a:ext cx="3556000" cy="2184400"/>
          </a:xfrm>
          <a:prstGeom prst="roundRect">
            <a:avLst>
              <a:gd name="adj" fmla="val 5813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31200" y="1295400"/>
            <a:ext cx="3149600" cy="584200"/>
          </a:xfrm>
          <a:prstGeom prst="roundRect">
            <a:avLst>
              <a:gd name="adj" fmla="val 17391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2 レプリカが 1.40 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06000" y="1930400"/>
            <a:ext cx="0" cy="33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31200" y="2311400"/>
            <a:ext cx="3149600" cy="762000"/>
          </a:xfrm>
          <a:prstGeom prst="roundRect">
            <a:avLst>
              <a:gd name="adj" fmla="val 13333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生成器が律速。</a:t>
            </a:r>
          </a:p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本当は 1.05〜1.09 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" y="3505200"/>
            <a:ext cx="3556000" cy="2184400"/>
          </a:xfrm>
          <a:prstGeom prst="roundRect">
            <a:avLst>
              <a:gd name="adj" fmla="val 5813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200" y="3708400"/>
            <a:ext cx="3149600" cy="584200"/>
          </a:xfrm>
          <a:prstGeom prst="roundRect">
            <a:avLst>
              <a:gd name="adj" fmla="val 17391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分離が全軸で負けた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4343400"/>
            <a:ext cx="0" cy="33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1200" y="4724400"/>
            <a:ext cx="3149600" cy="762000"/>
          </a:xfrm>
          <a:prstGeom prst="roundRect">
            <a:avLst>
              <a:gd name="adj" fmla="val 13333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書く係でも Prefill を</a:t>
            </a:r>
          </a:p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やり直していた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3505200"/>
            <a:ext cx="3556000" cy="2184400"/>
          </a:xfrm>
          <a:prstGeom prst="roundRect">
            <a:avLst>
              <a:gd name="adj" fmla="val 5813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1200" y="3708400"/>
            <a:ext cx="3149600" cy="584200"/>
          </a:xfrm>
          <a:prstGeom prst="roundRect">
            <a:avLst>
              <a:gd name="adj" fmla="val 17391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混在負荷の TTFT 137 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343400"/>
            <a:ext cx="0" cy="33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21200" y="4724400"/>
            <a:ext cx="3149600" cy="762000"/>
          </a:xfrm>
          <a:prstGeom prst="roundRect">
            <a:avLst>
              <a:gd name="adj" fmla="val 13333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長いタスクも 1,024</a:t>
            </a:r>
          </a:p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トークンで送っていた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8000" y="3505200"/>
            <a:ext cx="3556000" cy="2184400"/>
          </a:xfrm>
          <a:prstGeom prst="roundRect">
            <a:avLst>
              <a:gd name="adj" fmla="val 5813"/>
            </a:avLst>
          </a:prstGeom>
          <a:solidFill>
            <a:srgbClr val="14171D"/>
          </a:solidFill>
          <a:ln w="25400">
            <a:solidFill>
              <a:srgbClr val="505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31200" y="3708400"/>
            <a:ext cx="3149600" cy="584200"/>
          </a:xfrm>
          <a:prstGeom prst="roundRect">
            <a:avLst>
              <a:gd name="adj" fmla="val 17391"/>
            </a:avLst>
          </a:prstGeom>
          <a:solidFill>
            <a:srgbClr val="DC2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5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12 万トークンが全件拒否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06000" y="4343400"/>
            <a:ext cx="0" cy="3302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31200" y="4724400"/>
            <a:ext cx="3149600" cy="762000"/>
          </a:xfrm>
          <a:prstGeom prst="roundRect">
            <a:avLst>
              <a:gd name="adj" fmla="val 13333"/>
            </a:avLst>
          </a:prstGeom>
          <a:solidFill>
            <a:srgbClr val="50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/>
          <a:lstStyle/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クライアントの 1 行の</a:t>
            </a:r>
          </a:p>
          <a:p>
            <a:pPr algn="ctr"/>
            <a:r>
              <a:rPr sz="14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上限 512 KB に当たった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8000" y="6070600"/>
            <a:ext cx="11176000" cy="0"/>
          </a:xfrm>
          <a:prstGeom prst="line">
            <a:avLst/>
          </a:prstGeom>
          <a:ln w="12700">
            <a:solidFill>
              <a:srgbClr val="3C3E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8000" y="622300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5F8"/>
                </a:solidFill>
                <a:latin typeface="Hiragino Sans"/>
                <a:ea typeface="Hiragino Sans"/>
                <a:cs typeface="Hiragino Sans"/>
              </a:rPr>
              <a:t>平均や合計が正しいまま中身が壊れる経路は、分位点を測るときに最も危ない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