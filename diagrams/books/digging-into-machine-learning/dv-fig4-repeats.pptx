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318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繰り返しを条件にすると、分離の勝ちマスは 4 から 0 になる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" y="1016000"/>
            <a:ext cx="5461000" cy="4826000"/>
          </a:xfrm>
          <a:prstGeom prst="roundRect">
            <a:avLst>
              <a:gd name="adj" fmla="val 2631"/>
            </a:avLst>
          </a:prstGeom>
          <a:solidFill>
            <a:srgbClr val="14171D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105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 回だけ: 分離の勝ち 4 マス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74800"/>
            <a:ext cx="1066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9400" y="1574800"/>
            <a:ext cx="1066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2000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0" y="1574800"/>
            <a:ext cx="1066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574800"/>
            <a:ext cx="1066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5000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70100"/>
            <a:ext cx="1092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5000" y="19050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5600" y="19050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分離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9050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分離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0" y="19050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分離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1300"/>
            <a:ext cx="1092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05000" y="26162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5600" y="26162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26162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0" y="26162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92500"/>
            <a:ext cx="1092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05000" y="33274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95600" y="33274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3274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76800" y="33274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分離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03700"/>
            <a:ext cx="1092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40386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95600" y="40386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40386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76800" y="40386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14900"/>
            <a:ext cx="1092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05000" y="47498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95600" y="47498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6200" y="47498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76800" y="47498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864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横 TTFT 上限、縦 TPOT 上限 (ms)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3000" y="1016000"/>
            <a:ext cx="5461000" cy="4826000"/>
          </a:xfrm>
          <a:prstGeom prst="roundRect">
            <a:avLst>
              <a:gd name="adj" fmla="val 2631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143000"/>
            <a:ext cx="5105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3 回すべて合格が条件: 0 マス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1574800"/>
            <a:ext cx="1066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4400" y="1574800"/>
            <a:ext cx="1066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2000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5000" y="1574800"/>
            <a:ext cx="1066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3000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1574800"/>
            <a:ext cx="1066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5000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070100"/>
            <a:ext cx="1092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20000" y="19050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10600" y="19050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19050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91800" y="19050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781300"/>
            <a:ext cx="1092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20000" y="26162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10600" y="26162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0" y="26162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91800" y="26162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492500"/>
            <a:ext cx="1092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20000" y="33274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10600" y="33274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01200" y="33274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91800" y="33274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203700"/>
            <a:ext cx="1092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30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20000" y="40386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10600" y="40386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01200" y="40386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591800" y="40386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同じ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14900"/>
            <a:ext cx="1092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20000" y="47498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10600" y="47498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01200" y="47498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591800" y="4749800"/>
            <a:ext cx="914400" cy="635000"/>
          </a:xfrm>
          <a:prstGeom prst="roundRect">
            <a:avLst>
              <a:gd name="adj" fmla="val 16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3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4864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到着 0.25 タスク/s は 1 回だけ測定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達成率の目標の近くにある 1 回の結果は、どちら向きの交差の証拠にもならない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