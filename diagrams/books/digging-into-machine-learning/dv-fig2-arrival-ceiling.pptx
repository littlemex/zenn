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回線は 1 要求の時間より、分離に載せられる到着率の上限として効く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16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978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896F0"/>
                </a:solidFill>
                <a:latin typeface="Hiragino Sans"/>
                <a:ea typeface="Hiragino Sans"/>
                <a:cs typeface="Hiragino Sans"/>
              </a:rPr>
              <a:t>低い到着率での TTFT p90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7000" y="3304413"/>
            <a:ext cx="1397000" cy="1775587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48813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1,271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81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EFA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6000" y="2590546"/>
            <a:ext cx="1397000" cy="248945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2000" y="2234946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1,782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000" y="5181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TCP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5748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入力 8,192、4B、到着 0.25 タスク/s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0" y="1016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EC7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7800" y="1143000"/>
            <a:ext cx="4978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TCP で到着率を上げたときの達成率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286000"/>
            <a:ext cx="812800" cy="27940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4800" y="19558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800" y="51816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0.62 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4500" y="3683000"/>
            <a:ext cx="812800" cy="13970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1300" y="33528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50 %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1300" y="51816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0.90 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71000" y="4588256"/>
            <a:ext cx="812800" cy="49174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7800" y="4258056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17.6 %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800" y="51816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1.72 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77500" y="4909566"/>
            <a:ext cx="812800" cy="17043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74300" y="4579366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6.1 %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4300" y="51816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2.74 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4000" y="15748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横軸 = 到着率 / (帯域 / 1 要求の KV)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31000" y="2565400"/>
            <a:ext cx="4699000" cy="0"/>
          </a:xfrm>
          <a:prstGeom prst="line">
            <a:avLst/>
          </a:prstGeom>
          <a:ln w="12700">
            <a:solidFill>
              <a:srgbClr val="FBD3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60000" y="22860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目標 90 %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上限 λmax = W / S。TCP では入力 8,192 で 0.82 呼び出し/s、EFA なら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