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書く係の代金 w_d(B) = A / B + C、A は割り勘、C は各自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143000"/>
            <a:ext cx="5461000" cy="4572000"/>
          </a:xfrm>
          <a:prstGeom prst="roundRect">
            <a:avLst>
              <a:gd name="adj" fmla="val 2777"/>
            </a:avLst>
          </a:prstGeom>
          <a:solidFill>
            <a:srgbClr val="14171D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70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iragino Sans"/>
                <a:ea typeface="Hiragino Sans"/>
                <a:cs typeface="Hiragino Sans"/>
              </a:rPr>
              <a:t>重み読みが支配する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74800"/>
            <a:ext cx="495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例: 重みが大きく文脈が短い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1000" y="2540000"/>
            <a:ext cx="1143000" cy="2413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51000" y="4953000"/>
            <a:ext cx="1143000" cy="2540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7000" y="53086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相席 B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3000" y="4349750"/>
            <a:ext cx="1143000" cy="6032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83000" y="4953000"/>
            <a:ext cx="1143000" cy="2540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53086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相席 B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4A046"/>
                </a:solidFill>
                <a:latin typeface="Hiragino Sans"/>
                <a:ea typeface="Hiragino Sans"/>
                <a:cs typeface="Hiragino Sans"/>
              </a:rPr>
              <a:t>緑 = A / B (割り勘)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896F0"/>
                </a:solidFill>
                <a:latin typeface="Hiragino Sans"/>
                <a:ea typeface="Hiragino Sans"/>
                <a:cs typeface="Hiragino Sans"/>
              </a:rPr>
              <a:t>青 = C (自分の KV)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0" y="1143000"/>
            <a:ext cx="5461000" cy="4572000"/>
          </a:xfrm>
          <a:prstGeom prst="roundRect">
            <a:avLst>
              <a:gd name="adj" fmla="val 2777"/>
            </a:avLst>
          </a:prstGeom>
          <a:solidFill>
            <a:srgbClr val="14171D"/>
          </a:solidFill>
          <a:ln w="25400">
            <a:solidFill>
              <a:srgbClr val="EC7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70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KV 読みが支配する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1574800"/>
            <a:ext cx="495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例: 文脈が長い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6000" y="2540000"/>
            <a:ext cx="1143000" cy="508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6000" y="3048000"/>
            <a:ext cx="1143000" cy="21590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0" y="53086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相席 B =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8000" y="2921000"/>
            <a:ext cx="11430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98000" y="3048000"/>
            <a:ext cx="1143000" cy="21590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3086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相席 B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4A046"/>
                </a:solidFill>
                <a:latin typeface="Hiragino Sans"/>
                <a:ea typeface="Hiragino Sans"/>
                <a:cs typeface="Hiragino Sans"/>
              </a:rPr>
              <a:t>緑 = A / B (割り勘)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1905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896F0"/>
                </a:solidFill>
                <a:latin typeface="Hiragino Sans"/>
                <a:ea typeface="Hiragino Sans"/>
                <a:cs typeface="Hiragino Sans"/>
              </a:rPr>
              <a:t>青 = C (自分の KV)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相席を増やすと重み読みの分が下がる。文脈が長いと C が大きく残る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