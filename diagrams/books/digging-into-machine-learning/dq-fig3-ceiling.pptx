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302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統合エンジン 1 台に対する、読む係 1 台と書く係 1 台の比 (L40S、Qwen2.5-1.5B の P と D から計算)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2 段に分ける得の天井 (P + D) / max(P, 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2631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70000" y="5080000"/>
            <a:ext cx="9906000" cy="0"/>
          </a:xfrm>
          <a:prstGeom prst="line">
            <a:avLst/>
          </a:prstGeom>
          <a:ln w="12700">
            <a:solidFill>
              <a:srgbClr val="969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70000" y="5080000"/>
            <a:ext cx="9906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4200" y="49403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1.0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70000" y="3302000"/>
            <a:ext cx="9906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4200" y="31623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1.5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70000" y="1524000"/>
            <a:ext cx="9906000" cy="0"/>
          </a:xfrm>
          <a:prstGeom prst="line">
            <a:avLst/>
          </a:prstGeom>
          <a:ln w="12700">
            <a:solidFill>
              <a:srgbClr val="2A2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4200" y="1384300"/>
            <a:ext cx="63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5029200"/>
            <a:ext cx="1397000" cy="5080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4000" y="46482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1.012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000" y="51562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8 対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7000" y="54356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ふつうの会話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7500" y="2697480"/>
            <a:ext cx="1397000" cy="2382519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3500" y="231648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1.670 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6500" y="51562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1000 対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6500" y="54356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釣り合いに近い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4781295"/>
            <a:ext cx="1397000" cy="29870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3000" y="4400295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1.084 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51562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8000 対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6500" y="4841748"/>
            <a:ext cx="1397000" cy="238251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500" y="4460748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1.067 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5500" y="51562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 万対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5500" y="5435600"/>
            <a:ext cx="2159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入力 12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0" y="1905000"/>
            <a:ext cx="406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入力 : 出力の比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読む時間と書く時間が釣り合うほど天井は高く、どちらかが支配すると 1 に近づく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