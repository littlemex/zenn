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31800"/>
            <a:ext cx="11176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72 倍の差を、経路の段ごとに分解する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8000" y="1016000"/>
            <a:ext cx="11176000" cy="4826000"/>
          </a:xfrm>
          <a:prstGeom prst="roundRect">
            <a:avLst>
              <a:gd name="adj" fmla="val 2631"/>
            </a:avLst>
          </a:prstGeom>
          <a:solidFill>
            <a:srgbClr val="14171D"/>
          </a:solidFill>
          <a:ln w="25400">
            <a:solidFill>
              <a:srgbClr val="50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1200" y="14224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UCX の TCP、GPU メモリから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4000" y="1320800"/>
            <a:ext cx="50800" cy="50800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16400" y="1422400"/>
            <a:ext cx="139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0.44 GiB/s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23114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UCX の TCP、ホストメモリから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4000" y="2209800"/>
            <a:ext cx="117475" cy="50800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3075" y="2311400"/>
            <a:ext cx="139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1.11 GiB/s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3114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D332"/>
                </a:solidFill>
                <a:latin typeface="Hiragino Sans"/>
                <a:ea typeface="Hiragino Sans"/>
                <a:cs typeface="Hiragino Sans"/>
              </a:rPr>
              <a:t>2.5 倍  GPU の中継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32004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素の TCP 1 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4000" y="3098800"/>
            <a:ext cx="117475" cy="508000"/>
          </a:xfrm>
          <a:prstGeom prst="rect">
            <a:avLst/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3075" y="3200400"/>
            <a:ext cx="139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1.11 GiB/s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2004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D332"/>
                </a:solidFill>
                <a:latin typeface="Hiragino Sans"/>
                <a:ea typeface="Hiragino Sans"/>
                <a:cs typeface="Hiragino Sans"/>
              </a:rPr>
              <a:t>1.0 倍  UCX は 1 本だけ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40894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素の TCP 16 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4000" y="3987800"/>
            <a:ext cx="1457325" cy="50800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2925" y="4089400"/>
            <a:ext cx="139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13.77 GiB/s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0894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D332"/>
                </a:solidFill>
                <a:latin typeface="Hiragino Sans"/>
                <a:ea typeface="Hiragino Sans"/>
                <a:cs typeface="Hiragino Sans"/>
              </a:rPr>
              <a:t>12.4 倍  接続の本数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49784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EFA、GPU メモリから直接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4000" y="4876800"/>
            <a:ext cx="3429000" cy="50800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94600" y="4978400"/>
            <a:ext cx="139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32.4 GiB/s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9784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D332"/>
                </a:solidFill>
                <a:latin typeface="Hiragino Sans"/>
                <a:ea typeface="Hiragino Sans"/>
                <a:cs typeface="Hiragino Sans"/>
              </a:rPr>
              <a:t>2.35 倍  線と転送方式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8000" y="6070600"/>
            <a:ext cx="11176000" cy="0"/>
          </a:xfrm>
          <a:prstGeom prst="line">
            <a:avLst/>
          </a:prstGeom>
          <a:ln w="12700">
            <a:solidFill>
              <a:srgbClr val="3C3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8000" y="622300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2.5 × 12.4 × 2.35 ≒ 73。差の大半は GPU メモリの中継と接続の本数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