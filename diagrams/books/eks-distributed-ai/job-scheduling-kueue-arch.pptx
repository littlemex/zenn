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28600"/>
            <a:ext cx="113728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Kueue on EKS: what happens to one TrainJob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6675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Kueue (one controller-manager process and its objects).  Blue: unchanged EKS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143000"/>
            <a:ext cx="2190750" cy="9144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  kubectl apply TrainJob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label kueue.x-k8s.io/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queue-name: gpu-ddp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2400300"/>
            <a:ext cx="2190750" cy="914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EKS API server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04950" y="2057400"/>
            <a:ext cx="0" cy="3429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81325" y="1047750"/>
            <a:ext cx="8801100" cy="24955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9050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3725" y="1123950"/>
            <a:ext cx="84963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Kueue  (kueue-controller-manager in kueue-system)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71825" y="1428750"/>
            <a:ext cx="200025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  webhook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sets suspend: true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62575" y="1428750"/>
            <a:ext cx="200025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  job reconciler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creates a Workload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53325" y="1428750"/>
            <a:ext cx="19050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  LocalQueue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(namespaced)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8825" y="1428750"/>
            <a:ext cx="19431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ClusterQueue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quota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(cluster-scoped)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8825" y="2495550"/>
            <a:ext cx="1943100" cy="8953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ResourceFlavor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nodeLabels</a:t>
            </a:r>
          </a:p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(cluster-scoped)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72075" y="1857375"/>
            <a:ext cx="190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2825" y="1857375"/>
            <a:ext cx="190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58325" y="1857375"/>
            <a:ext cx="190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620375" y="2286000"/>
            <a:ext cx="0" cy="209550"/>
          </a:xfrm>
          <a:prstGeom prst="line">
            <a:avLst/>
          </a:prstGeom>
          <a:ln w="25400">
            <a:solidFill>
              <a:srgbClr val="24A04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00325" y="2857500"/>
            <a:ext cx="209550" cy="0"/>
          </a:xfrm>
          <a:prstGeom prst="line">
            <a:avLst/>
          </a:prstGeom>
          <a:ln w="25400">
            <a:solidFill>
              <a:srgbClr val="F5F5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809875" y="1857375"/>
            <a:ext cx="0" cy="1000125"/>
          </a:xfrm>
          <a:prstGeom prst="line">
            <a:avLst/>
          </a:prstGeom>
          <a:ln w="25400">
            <a:solidFill>
              <a:srgbClr val="F5F5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809875" y="1857375"/>
            <a:ext cx="3619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171825" y="2495550"/>
            <a:ext cx="6286500" cy="8953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  admitted: add the flavor's nodeSelector + tolerations, clear suspend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not admitted: the job stays suspended and no Pods exist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9575" y="3771900"/>
            <a:ext cx="11372850" cy="1619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9050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9575" y="3829050"/>
            <a:ext cx="36004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6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Unchanged EKS components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5325" y="4191000"/>
            <a:ext cx="3143250" cy="952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6  Trainer creates the JobSet;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JobSet and Job controllers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create the Pods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0075" y="4191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7  kube-scheduler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binds each Pod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once a node fits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4825" y="4191000"/>
            <a:ext cx="3371850" cy="952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  Karpenter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launches EC2 nodes for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Unschedulable Pods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38575" y="4667250"/>
            <a:ext cx="571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267575" y="4476750"/>
            <a:ext cx="857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267575" y="4876800"/>
            <a:ext cx="8572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0" y="4914900"/>
            <a:ext cx="8001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node Ready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315075" y="3390900"/>
            <a:ext cx="0" cy="266700"/>
          </a:xfrm>
          <a:prstGeom prst="line">
            <a:avLst/>
          </a:prstGeom>
          <a:ln w="25400">
            <a:solidFill>
              <a:srgbClr val="3BD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2266950" y="3657600"/>
            <a:ext cx="4048125" cy="0"/>
          </a:xfrm>
          <a:prstGeom prst="line">
            <a:avLst/>
          </a:prstGeom>
          <a:ln w="25400">
            <a:solidFill>
              <a:srgbClr val="3BD1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66950" y="3657600"/>
            <a:ext cx="0" cy="533400"/>
          </a:xfrm>
          <a:prstGeom prst="line">
            <a:avLst/>
          </a:prstGeom>
          <a:ln w="25400">
            <a:solidFill>
              <a:srgbClr val="3BD1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09575" y="5486400"/>
            <a:ext cx="113728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LocalQueue and Workload live in the job's namespace; ClusterQueue and ResourceFlavor are cluster-wide.</a:t>
            </a:r>
          </a:p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In this book's kueue.tf the webhook acts only in namespaces labelled managed-by-kueue=true.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9575" y="6096000"/>
            <a:ext cx="11372850" cy="9525"/>
          </a:xfrm>
          <a:prstGeom prst="rect">
            <a:avLst/>
          </a:prstGeom>
          <a:solidFill>
            <a:srgbClr val="46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9575" y="6210300"/>
            <a:ext cx="113728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Kueue holds and labels the job; Trainer, kube-scheduler and Karpenter are unchanged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